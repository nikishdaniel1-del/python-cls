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94" r:id="rId21"/>
    <p:sldId id="277" r:id="rId22"/>
    <p:sldId id="289" r:id="rId23"/>
    <p:sldId id="278" r:id="rId24"/>
    <p:sldId id="281" r:id="rId25"/>
    <p:sldId id="273" r:id="rId26"/>
    <p:sldId id="282" r:id="rId27"/>
    <p:sldId id="292" r:id="rId28"/>
    <p:sldId id="286" r:id="rId29"/>
    <p:sldId id="283" r:id="rId30"/>
    <p:sldId id="288" r:id="rId31"/>
    <p:sldId id="275" r:id="rId32"/>
    <p:sldId id="293" r:id="rId33"/>
    <p:sldId id="279" r:id="rId34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06-10-2026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06-10-2026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ikishdaniel1-del/Python-Cls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-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</a:p>
          <a:p>
            <a:r>
              <a:rPr lang="en-IN"/>
              <a:t> total value of the string : Input : s = '1a12b8z1’ , Output : 55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ACF4-81E6-4D83-8804-9989A2875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Comprehensions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3955C-7F4D-8DFC-FB20-0F3CE581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Comprehensions - efficient way to create new data structure.</a:t>
            </a:r>
          </a:p>
          <a:p>
            <a:r>
              <a:rPr lang="en-IN" dirty="0"/>
              <a:t> mainly used in list , set , dictionary &amp; generators.</a:t>
            </a:r>
          </a:p>
          <a:p>
            <a:r>
              <a:rPr lang="en-IN" dirty="0"/>
              <a:t> </a:t>
            </a:r>
            <a:r>
              <a:rPr lang="en-IN" b="1" dirty="0"/>
              <a:t>Example : </a:t>
            </a:r>
          </a:p>
          <a:p>
            <a:pPr lvl="1"/>
            <a:r>
              <a:rPr lang="en-IN" b="1" dirty="0"/>
              <a:t> list : </a:t>
            </a:r>
            <a:r>
              <a:rPr lang="en-GB" dirty="0"/>
              <a:t>[expression for item in iterable]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set : </a:t>
            </a:r>
            <a:r>
              <a:rPr lang="en-GB" dirty="0"/>
              <a:t>{expression for item in iterable}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dictionary : </a:t>
            </a:r>
            <a:r>
              <a:rPr lang="en-GB" dirty="0"/>
              <a:t>{key:value for item in iterable}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Conditions : </a:t>
            </a:r>
            <a:endParaRPr lang="en-IN" dirty="0"/>
          </a:p>
          <a:p>
            <a:pPr lvl="1"/>
            <a:r>
              <a:rPr lang="en-IN" dirty="0"/>
              <a:t> Single Condition (Only-IF) : </a:t>
            </a:r>
            <a:r>
              <a:rPr lang="en-GB" dirty="0"/>
              <a:t>expression for item in iterable if condition.</a:t>
            </a:r>
          </a:p>
          <a:p>
            <a:pPr lvl="1"/>
            <a:r>
              <a:rPr lang="en-GB" dirty="0"/>
              <a:t> Two Conditions (IF-ELSE) : expression1 if condition else expression2 for item in iterable.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16E01-451E-9C60-11F3-57A524028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E23D3-BEEB-06EB-F36A-AAEADD63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8628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random).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developers.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</a:t>
            </a:r>
            <a:r>
              <a:rPr lang="en-IN" b="1" dirty="0"/>
              <a:t>Why Virtual Environment?</a:t>
            </a:r>
          </a:p>
          <a:p>
            <a:pPr lvl="1"/>
            <a:r>
              <a:rPr lang="en-IN" dirty="0"/>
              <a:t> numpy 0.0.1 already exists in global environment.</a:t>
            </a:r>
          </a:p>
          <a:p>
            <a:pPr lvl="1"/>
            <a:r>
              <a:rPr lang="en-IN" dirty="0"/>
              <a:t> project 1 : requires numpy 0.0.1.</a:t>
            </a:r>
          </a:p>
          <a:p>
            <a:pPr lvl="1"/>
            <a:r>
              <a:rPr lang="en-IN" dirty="0"/>
              <a:t> project 2 : requires numpy 0.1.1.</a:t>
            </a:r>
          </a:p>
          <a:p>
            <a:pPr lvl="1"/>
            <a:r>
              <a:rPr lang="en-IN" dirty="0"/>
              <a:t> changes version of this package will affect any one of the projects.</a:t>
            </a:r>
          </a:p>
          <a:p>
            <a:pPr lvl="1"/>
            <a:r>
              <a:rPr lang="en-IN" dirty="0"/>
              <a:t> to overcome those create project 2 in virtual environment.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/>
              <a:t>makedir , listdir , system , path , startfile , getuser , rename , remove , rmdir</a:t>
            </a:r>
          </a:p>
          <a:p>
            <a:r>
              <a:rPr lang="en-IN" b="1" dirty="0"/>
              <a:t> </a:t>
            </a:r>
            <a:r>
              <a:rPr lang="en-IN" dirty="0"/>
              <a:t>also used to execute the cmd commands.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gcd() , lcm() , factorial() , floor() , ceil() , log() , pow() , prod() 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WorkBook , Add WorkSheets , Rename Sheets , Create Tables.</a:t>
            </a:r>
          </a:p>
          <a:p>
            <a:pPr lvl="1"/>
            <a:r>
              <a:rPr lang="en-IN" dirty="0"/>
              <a:t> When the WorkBook exists , load WorkBook.</a:t>
            </a:r>
          </a:p>
          <a:p>
            <a:pPr lvl="1"/>
            <a:r>
              <a:rPr lang="en-IN" dirty="0"/>
              <a:t> Within WorkSheets add the data and read data.</a:t>
            </a:r>
          </a:p>
          <a:p>
            <a:pPr lvl="1"/>
            <a:r>
              <a:rPr lang="en-IN" dirty="0"/>
              <a:t> Save the WorkBook.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get current date &amp; time.</a:t>
            </a:r>
            <a:endParaRPr lang="en-GB" b="1" dirty="0"/>
          </a:p>
          <a:p>
            <a:pPr lvl="1"/>
            <a:r>
              <a:rPr lang="en-GB" dirty="0"/>
              <a:t> datetime parser in different ways.</a:t>
            </a:r>
          </a:p>
          <a:p>
            <a:pPr lvl="1"/>
            <a:r>
              <a:rPr lang="en-GB" dirty="0"/>
              <a:t> compare 2 dates.</a:t>
            </a:r>
          </a:p>
          <a:p>
            <a:pPr lvl="1"/>
            <a:r>
              <a:rPr lang="en-GB" dirty="0"/>
              <a:t> date &amp; time calculations.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password.</a:t>
            </a:r>
          </a:p>
          <a:p>
            <a:pPr lvl="1"/>
            <a:r>
              <a:rPr lang="en-GB" dirty="0"/>
              <a:t> two-step verification.</a:t>
            </a:r>
          </a:p>
          <a:p>
            <a:pPr lvl="1"/>
            <a:r>
              <a:rPr lang="en-GB" dirty="0"/>
              <a:t> securely store and read the password.</a:t>
            </a:r>
          </a:p>
          <a:p>
            <a:pPr lvl="1"/>
            <a:r>
              <a:rPr lang="en-GB" dirty="0"/>
              <a:t> make smtp encrypted connection.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Connection.</a:t>
            </a:r>
          </a:p>
          <a:p>
            <a:pPr lvl="1"/>
            <a:r>
              <a:rPr lang="en-GB" dirty="0"/>
              <a:t> Connection Pooling.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  <a:p>
            <a:r>
              <a:rPr lang="en-IN" dirty="0"/>
              <a:t> mysql connection pool concept.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Parentheses.</a:t>
            </a:r>
          </a:p>
          <a:p>
            <a:r>
              <a:rPr lang="en-IN" dirty="0"/>
              <a:t> </a:t>
            </a:r>
            <a:r>
              <a:rPr lang="en-GB" dirty="0"/>
              <a:t>Reverse Vowels of a String.</a:t>
            </a:r>
          </a:p>
          <a:p>
            <a:r>
              <a:rPr lang="en-IN" dirty="0"/>
              <a:t> Keyboard Row.</a:t>
            </a:r>
          </a:p>
          <a:p>
            <a:r>
              <a:rPr lang="en-IN" dirty="0"/>
              <a:t> Form words in diagonal flow.</a:t>
            </a:r>
          </a:p>
          <a:p>
            <a:r>
              <a:rPr lang="en-IN" dirty="0"/>
              <a:t> Equal Score Substrings.</a:t>
            </a:r>
          </a:p>
          <a:p>
            <a:r>
              <a:rPr lang="en-IN" dirty="0"/>
              <a:t> Zigzag Conversion.</a:t>
            </a:r>
          </a:p>
          <a:p>
            <a:endParaRPr lang="en-IN" dirty="0"/>
          </a:p>
          <a:p>
            <a:pPr marL="0" indent="0" algn="ctr">
              <a:buNone/>
            </a:pPr>
            <a:r>
              <a:rPr lang="en-IN" b="1" dirty="0"/>
              <a:t>PYTHON BASIC CONCEPTS COMPLETED.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GitHub Link : </a:t>
            </a:r>
            <a:r>
              <a:rPr lang="en-IN" dirty="0">
                <a:hlinkClick r:id="rId2"/>
              </a:rPr>
              <a:t>https://github.com/nikishdaniel1-del/Python-Cls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nicegui</a:t>
            </a:r>
          </a:p>
          <a:p>
            <a:r>
              <a:rPr lang="en-IN" dirty="0"/>
              <a:t> </a:t>
            </a:r>
            <a:r>
              <a:rPr lang="en-IN" b="1" dirty="0"/>
              <a:t>cmd : pip install  nicegui</a:t>
            </a:r>
          </a:p>
          <a:p>
            <a:r>
              <a:rPr lang="en-IN" b="1" dirty="0"/>
              <a:t> </a:t>
            </a:r>
            <a:r>
              <a:rPr lang="en-GB" b="1" dirty="0"/>
              <a:t>Concepts :</a:t>
            </a:r>
          </a:p>
          <a:p>
            <a:pPr lvl="1"/>
            <a:r>
              <a:rPr lang="en-IN" dirty="0"/>
              <a:t> Start connection</a:t>
            </a:r>
          </a:p>
          <a:p>
            <a:pPr lvl="1"/>
            <a:r>
              <a:rPr lang="en-IN" dirty="0"/>
              <a:t> Add Static Files</a:t>
            </a:r>
          </a:p>
          <a:p>
            <a:pPr lvl="1"/>
            <a:r>
              <a:rPr lang="en-IN" dirty="0"/>
              <a:t> UI components</a:t>
            </a:r>
          </a:p>
          <a:p>
            <a:pPr lvl="1"/>
            <a:r>
              <a:rPr lang="en-IN" dirty="0"/>
              <a:t> </a:t>
            </a:r>
            <a:r>
              <a:rPr lang="en-GB" dirty="0"/>
              <a:t>Custom widget creation</a:t>
            </a:r>
            <a:endParaRPr lang="en-IN" dirty="0"/>
          </a:p>
          <a:p>
            <a:pPr lvl="1"/>
            <a:r>
              <a:rPr lang="en-IN" dirty="0"/>
              <a:t> UI on-command operations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back-end connections &amp; operations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5438</TotalTime>
  <Words>2543</Words>
  <Application>Microsoft Office PowerPoint</Application>
  <PresentationFormat>Widescreen</PresentationFormat>
  <Paragraphs>367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- range()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Comprehensions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Excel</vt:lpstr>
      <vt:lpstr>Datetime</vt:lpstr>
      <vt:lpstr>Email</vt:lpstr>
      <vt:lpstr>MYSQL Connection</vt:lpstr>
      <vt:lpstr>Problems</vt:lpstr>
      <vt:lpstr>Web Development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89</cp:revision>
  <dcterms:created xsi:type="dcterms:W3CDTF">2026-06-08T08:32:33Z</dcterms:created>
  <dcterms:modified xsi:type="dcterms:W3CDTF">2026-10-06T12:22:49Z</dcterms:modified>
</cp:coreProperties>
</file>