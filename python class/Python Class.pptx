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40"/>
  </p:notesMasterIdLst>
  <p:sldIdLst>
    <p:sldId id="256" r:id="rId2"/>
    <p:sldId id="257" r:id="rId3"/>
    <p:sldId id="258" r:id="rId4"/>
    <p:sldId id="260" r:id="rId5"/>
    <p:sldId id="261" r:id="rId6"/>
    <p:sldId id="262" r:id="rId7"/>
    <p:sldId id="259" r:id="rId8"/>
    <p:sldId id="264" r:id="rId9"/>
    <p:sldId id="265" r:id="rId10"/>
    <p:sldId id="268" r:id="rId11"/>
    <p:sldId id="263" r:id="rId12"/>
    <p:sldId id="269" r:id="rId13"/>
    <p:sldId id="270" r:id="rId14"/>
    <p:sldId id="266" r:id="rId15"/>
    <p:sldId id="271" r:id="rId16"/>
    <p:sldId id="267" r:id="rId17"/>
    <p:sldId id="274" r:id="rId18"/>
    <p:sldId id="272" r:id="rId19"/>
    <p:sldId id="276" r:id="rId20"/>
    <p:sldId id="277" r:id="rId21"/>
    <p:sldId id="289" r:id="rId22"/>
    <p:sldId id="278" r:id="rId23"/>
    <p:sldId id="281" r:id="rId24"/>
    <p:sldId id="273" r:id="rId25"/>
    <p:sldId id="282" r:id="rId26"/>
    <p:sldId id="292" r:id="rId27"/>
    <p:sldId id="291" r:id="rId28"/>
    <p:sldId id="286" r:id="rId29"/>
    <p:sldId id="283" r:id="rId30"/>
    <p:sldId id="288" r:id="rId31"/>
    <p:sldId id="275" r:id="rId32"/>
    <p:sldId id="287" r:id="rId33"/>
    <p:sldId id="280" r:id="rId34"/>
    <p:sldId id="290" r:id="rId35"/>
    <p:sldId id="279" r:id="rId36"/>
    <p:sldId id="284" r:id="rId37"/>
    <p:sldId id="285" r:id="rId38"/>
    <p:sldId id="293" r:id="rId39"/>
  </p:sldIdLst>
  <p:sldSz cx="12192000" cy="6858000"/>
  <p:notesSz cx="7104063" cy="10234613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63" d="100"/>
          <a:sy n="63" d="100"/>
        </p:scale>
        <p:origin x="804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427" cy="513508"/>
          </a:xfrm>
          <a:prstGeom prst="rect">
            <a:avLst/>
          </a:prstGeom>
        </p:spPr>
        <p:txBody>
          <a:bodyPr vert="horz" lIns="99075" tIns="49538" rIns="99075" bIns="49538" rtlCol="0"/>
          <a:lstStyle>
            <a:lvl1pPr algn="l">
              <a:defRPr sz="1300"/>
            </a:lvl1pPr>
          </a:lstStyle>
          <a:p>
            <a:endParaRPr lang="en-IN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023992" y="0"/>
            <a:ext cx="3078427" cy="513508"/>
          </a:xfrm>
          <a:prstGeom prst="rect">
            <a:avLst/>
          </a:prstGeom>
        </p:spPr>
        <p:txBody>
          <a:bodyPr vert="horz" lIns="99075" tIns="49538" rIns="99075" bIns="49538" rtlCol="0"/>
          <a:lstStyle>
            <a:lvl1pPr algn="r">
              <a:defRPr sz="1300"/>
            </a:lvl1pPr>
          </a:lstStyle>
          <a:p>
            <a:fld id="{C7300FFE-222E-424B-A24A-B86ADB1660A8}" type="datetimeFigureOut">
              <a:rPr lang="en-IN" smtClean="0"/>
              <a:t>24-07-2026</a:t>
            </a:fld>
            <a:endParaRPr lang="en-IN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482600" y="1279525"/>
            <a:ext cx="6140450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9075" tIns="49538" rIns="99075" bIns="49538" rtlCol="0" anchor="ctr"/>
          <a:lstStyle/>
          <a:p>
            <a:endParaRPr lang="en-IN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10407" y="4925407"/>
            <a:ext cx="5683250" cy="4029879"/>
          </a:xfrm>
          <a:prstGeom prst="rect">
            <a:avLst/>
          </a:prstGeom>
        </p:spPr>
        <p:txBody>
          <a:bodyPr vert="horz" lIns="99075" tIns="49538" rIns="99075" bIns="49538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721107"/>
            <a:ext cx="3078427" cy="513507"/>
          </a:xfrm>
          <a:prstGeom prst="rect">
            <a:avLst/>
          </a:prstGeom>
        </p:spPr>
        <p:txBody>
          <a:bodyPr vert="horz" lIns="99075" tIns="49538" rIns="99075" bIns="49538" rtlCol="0" anchor="b"/>
          <a:lstStyle>
            <a:lvl1pPr algn="l">
              <a:defRPr sz="1300"/>
            </a:lvl1pPr>
          </a:lstStyle>
          <a:p>
            <a:endParaRPr lang="en-IN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23992" y="9721107"/>
            <a:ext cx="3078427" cy="513507"/>
          </a:xfrm>
          <a:prstGeom prst="rect">
            <a:avLst/>
          </a:prstGeom>
        </p:spPr>
        <p:txBody>
          <a:bodyPr vert="horz" lIns="99075" tIns="49538" rIns="99075" bIns="49538" rtlCol="0" anchor="b"/>
          <a:lstStyle>
            <a:lvl1pPr algn="r">
              <a:defRPr sz="1300"/>
            </a:lvl1pPr>
          </a:lstStyle>
          <a:p>
            <a:fld id="{A2A88BEE-1D50-4B1C-AD43-D1B3DCD7DF42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88425459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75A0FE-F187-4DF6-843C-34BB4D69CC1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</p:spPr>
        <p:txBody>
          <a:bodyPr anchor="b"/>
          <a:lstStyle>
            <a:lvl1pPr algn="ctr">
              <a:defRPr sz="4400"/>
            </a:lvl1pPr>
          </a:lstStyle>
          <a:p>
            <a:r>
              <a:rPr lang="en-US"/>
              <a:t>Click to edit Master title style</a:t>
            </a:r>
            <a:endParaRPr lang="en-IN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09F1B74-48B5-AA73-F9BD-FBBA4966432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4000"/>
            </a:lvl1pPr>
            <a:lvl2pPr marL="457189" indent="0" algn="ctr">
              <a:buNone/>
              <a:defRPr sz="2000"/>
            </a:lvl2pPr>
            <a:lvl3pPr marL="914377" indent="0" algn="ctr">
              <a:buNone/>
              <a:defRPr sz="1800"/>
            </a:lvl3pPr>
            <a:lvl4pPr marL="1371566" indent="0" algn="ctr">
              <a:buNone/>
              <a:defRPr sz="1600"/>
            </a:lvl4pPr>
            <a:lvl5pPr marL="1828754" indent="0" algn="ctr">
              <a:buNone/>
              <a:defRPr sz="1600"/>
            </a:lvl5pPr>
            <a:lvl6pPr marL="2285943" indent="0" algn="ctr">
              <a:buNone/>
              <a:defRPr sz="1600"/>
            </a:lvl6pPr>
            <a:lvl7pPr marL="2743131" indent="0" algn="ctr">
              <a:buNone/>
              <a:defRPr sz="1600"/>
            </a:lvl7pPr>
            <a:lvl8pPr marL="3200320" indent="0" algn="ctr">
              <a:buNone/>
              <a:defRPr sz="1600"/>
            </a:lvl8pPr>
            <a:lvl9pPr marL="3657509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60B380D-D836-07CB-098B-5A0C9170F84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/>
          <a:lstStyle/>
          <a:p>
            <a:fld id="{AD501974-91E0-4A6C-BF4F-18DDA0DBE697}" type="datetime1">
              <a:rPr lang="en-IN" smtClean="0"/>
              <a:t>24-07-2026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9F06661-29FC-E787-977C-7894C4CF69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7AC99B2-71D0-48FE-A1A3-00795BFF37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36127468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E4176E-2FED-C5ED-39C7-1EE69DA726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622" y="11017"/>
            <a:ext cx="11467777" cy="7524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61A93CE-EABF-7191-57EB-9CD30FEEF457}"/>
              </a:ext>
            </a:extLst>
          </p:cNvPr>
          <p:cNvSpPr>
            <a:spLocks noGrp="1"/>
          </p:cNvSpPr>
          <p:nvPr>
            <p:ph idx="1" hasCustomPrompt="1"/>
          </p:nvPr>
        </p:nvSpPr>
        <p:spPr/>
        <p:txBody>
          <a:bodyPr/>
          <a:lstStyle>
            <a:lvl1pPr>
              <a:defRPr/>
            </a:lvl1pPr>
            <a:lvl2pPr>
              <a:defRPr/>
            </a:lvl2pPr>
          </a:lstStyle>
          <a:p>
            <a:pPr lvl="0"/>
            <a:r>
              <a:rPr lang="en-US" dirty="0"/>
              <a:t> Click to edit Master text styles</a:t>
            </a:r>
          </a:p>
          <a:p>
            <a:pPr lvl="1"/>
            <a:r>
              <a:rPr lang="en-US" dirty="0"/>
              <a:t> 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IN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A634093-9E2E-73F5-5CA5-D610F173CF4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/>
          <a:lstStyle/>
          <a:p>
            <a:fld id="{972A712B-80AB-4FDB-AFE5-C959280677B9}" type="datetime1">
              <a:rPr lang="en-IN" smtClean="0"/>
              <a:t>24-07-2026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5040383-12DC-D972-0F01-0E37DD306E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4384BD8-C247-6F29-211C-E2E7C14EBC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01296198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12ACED-81F0-AE3A-97A3-5DDA6EA9F6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24780" y="1225693"/>
            <a:ext cx="10515600" cy="2852737"/>
          </a:xfrm>
          <a:prstGeom prst="rect">
            <a:avLst/>
          </a:prstGeo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EFAACE8-95DF-7B9F-0F2B-F44FC4D0031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124780" y="4159526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189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377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566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754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5943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131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32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509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61B8F21-98EA-8B74-FAD0-E5E553934D9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/>
          <a:lstStyle/>
          <a:p>
            <a:fld id="{78FC1D50-5769-4793-A6D0-4C61D943385E}" type="datetime1">
              <a:rPr lang="en-IN" smtClean="0"/>
              <a:t>24-07-2026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7010561-E100-442E-E2D2-740FAA6C38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D6C8AF6-B7B2-BBFC-DAA1-852EDFD35F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2711557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D02D67-0DA2-CA1F-F9F3-27176DD88995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551758" y="804230"/>
            <a:ext cx="5652000" cy="5144877"/>
          </a:xfrm>
        </p:spPr>
        <p:txBody>
          <a:bodyPr/>
          <a:lstStyle>
            <a:lvl1pPr>
              <a:defRPr/>
            </a:lvl1pPr>
            <a:lvl2pPr>
              <a:defRPr/>
            </a:lvl2pPr>
          </a:lstStyle>
          <a:p>
            <a:pPr lvl="0"/>
            <a:r>
              <a:rPr lang="en-US" dirty="0"/>
              <a:t> Click to edit Master text styles</a:t>
            </a:r>
          </a:p>
          <a:p>
            <a:pPr lvl="1"/>
            <a:r>
              <a:rPr lang="en-US" dirty="0"/>
              <a:t> 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IN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47B307D-8915-BFA7-2BEA-3F24BADE9464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6365532" y="804231"/>
            <a:ext cx="5652000" cy="5144877"/>
          </a:xfrm>
        </p:spPr>
        <p:txBody>
          <a:bodyPr/>
          <a:lstStyle>
            <a:lvl1pPr>
              <a:defRPr/>
            </a:lvl1pPr>
            <a:lvl2pPr>
              <a:defRPr/>
            </a:lvl2pPr>
          </a:lstStyle>
          <a:p>
            <a:pPr lvl="0"/>
            <a:r>
              <a:rPr lang="en-US" dirty="0"/>
              <a:t> Click to edit Master text styles</a:t>
            </a:r>
          </a:p>
          <a:p>
            <a:pPr lvl="1"/>
            <a:r>
              <a:rPr lang="en-US" dirty="0"/>
              <a:t> 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IN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34218B2-5B00-0143-8239-44B2DCE1A35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/>
          <a:lstStyle/>
          <a:p>
            <a:fld id="{1093E9E7-66F0-49C7-87AF-7A91F126A0CA}" type="datetime1">
              <a:rPr lang="en-IN" smtClean="0"/>
              <a:t>24-07-2026</a:t>
            </a:fld>
            <a:endParaRPr lang="en-IN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7973EA3-CE79-D2F6-0303-1BD0F75E8E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A6964DF-2791-F8BE-4A28-1C19F144B2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  <p:sp>
        <p:nvSpPr>
          <p:cNvPr id="8" name="Title Placeholder 1">
            <a:extLst>
              <a:ext uri="{FF2B5EF4-FFF2-40B4-BE49-F238E27FC236}">
                <a16:creationId xmlns:a16="http://schemas.microsoft.com/office/drawing/2014/main" id="{DE7456C8-12C9-2EB1-D33E-80842D7DCD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622" y="15565"/>
            <a:ext cx="11467779" cy="75178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2290631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559BE90-4E9B-B0E2-A761-8F3786B2C8F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51622" y="801838"/>
            <a:ext cx="5652000" cy="823912"/>
          </a:xfrm>
        </p:spPr>
        <p:txBody>
          <a:bodyPr anchor="b"/>
          <a:lstStyle>
            <a:lvl1pPr marL="0" indent="0">
              <a:buNone/>
              <a:defRPr sz="3300" b="1"/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C86B7D1-109A-B0AF-DA56-9009337165EC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551622" y="1656772"/>
            <a:ext cx="5652000" cy="4292336"/>
          </a:xfrm>
        </p:spPr>
        <p:txBody>
          <a:bodyPr/>
          <a:lstStyle>
            <a:lvl1pPr>
              <a:defRPr/>
            </a:lvl1pPr>
            <a:lvl2pPr>
              <a:defRPr/>
            </a:lvl2pPr>
          </a:lstStyle>
          <a:p>
            <a:pPr lvl="0"/>
            <a:r>
              <a:rPr lang="en-US" dirty="0"/>
              <a:t> Click to edit Master text styles</a:t>
            </a:r>
          </a:p>
          <a:p>
            <a:pPr lvl="1"/>
            <a:r>
              <a:rPr lang="en-US" dirty="0"/>
              <a:t> 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IN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2AFF5A7-868A-E088-2873-9972B1A6032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360546" y="800270"/>
            <a:ext cx="5652000" cy="823912"/>
          </a:xfrm>
        </p:spPr>
        <p:txBody>
          <a:bodyPr anchor="b"/>
          <a:lstStyle>
            <a:lvl1pPr marL="0" indent="0">
              <a:buNone/>
              <a:defRPr sz="3300" b="1"/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361A567-6E7D-7818-6663-F7C382C4DDC1}"/>
              </a:ext>
            </a:extLst>
          </p:cNvPr>
          <p:cNvSpPr>
            <a:spLocks noGrp="1"/>
          </p:cNvSpPr>
          <p:nvPr>
            <p:ph sz="quarter" idx="4" hasCustomPrompt="1"/>
          </p:nvPr>
        </p:nvSpPr>
        <p:spPr>
          <a:xfrm>
            <a:off x="6360545" y="1656771"/>
            <a:ext cx="5651999" cy="4292335"/>
          </a:xfrm>
        </p:spPr>
        <p:txBody>
          <a:bodyPr/>
          <a:lstStyle>
            <a:lvl1pPr>
              <a:defRPr/>
            </a:lvl1pPr>
            <a:lvl2pPr>
              <a:defRPr/>
            </a:lvl2pPr>
          </a:lstStyle>
          <a:p>
            <a:pPr lvl="0"/>
            <a:r>
              <a:rPr lang="en-US" dirty="0"/>
              <a:t> Click to edit Master text styles</a:t>
            </a:r>
          </a:p>
          <a:p>
            <a:pPr lvl="1"/>
            <a:r>
              <a:rPr lang="en-US" dirty="0"/>
              <a:t> 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IN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52F22BD-4661-2E15-9644-0E151F11971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/>
          <a:lstStyle/>
          <a:p>
            <a:fld id="{4802E001-56FE-4C01-9545-A69D840AB1F5}" type="datetime1">
              <a:rPr lang="en-IN" smtClean="0"/>
              <a:t>24-07-2026</a:t>
            </a:fld>
            <a:endParaRPr lang="en-IN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854CAFB-C4BD-283F-2EF3-E596C25405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13CD92C-2CAD-8D85-6C82-FE463D9FE7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  <p:sp>
        <p:nvSpPr>
          <p:cNvPr id="10" name="Title Placeholder 1">
            <a:extLst>
              <a:ext uri="{FF2B5EF4-FFF2-40B4-BE49-F238E27FC236}">
                <a16:creationId xmlns:a16="http://schemas.microsoft.com/office/drawing/2014/main" id="{ABCDDF3C-B7EA-73CA-992E-57F7F15773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622" y="15565"/>
            <a:ext cx="11467779" cy="75178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80940817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2486000-F4C3-4825-F725-E1C82D7E79B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/>
          <a:lstStyle/>
          <a:p>
            <a:fld id="{FC628212-ABC2-4EAF-BB21-53D61AEEEA49}" type="datetime1">
              <a:rPr lang="en-IN" smtClean="0"/>
              <a:t>24-07-2026</a:t>
            </a:fld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013AB49-640C-C025-D37D-7B60AE821A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931FA13-6A3D-62FE-F1E1-BBE5834B48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  <p:sp>
        <p:nvSpPr>
          <p:cNvPr id="6" name="Title Placeholder 1">
            <a:extLst>
              <a:ext uri="{FF2B5EF4-FFF2-40B4-BE49-F238E27FC236}">
                <a16:creationId xmlns:a16="http://schemas.microsoft.com/office/drawing/2014/main" id="{3D776CE3-9FF7-7265-A3E0-0F8C9BC036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622" y="15565"/>
            <a:ext cx="11467779" cy="75178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23033675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martArt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2486000-F4C3-4825-F725-E1C82D7E79B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/>
          <a:lstStyle/>
          <a:p>
            <a:fld id="{83F0C27E-97BD-4ACD-AFDF-13985BE88ECF}" type="datetime1">
              <a:rPr lang="en-IN" smtClean="0"/>
              <a:t>24-07-2026</a:t>
            </a:fld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013AB49-640C-C025-D37D-7B60AE821A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931FA13-6A3D-62FE-F1E1-BBE5834B48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  <p:sp>
        <p:nvSpPr>
          <p:cNvPr id="6" name="Title Placeholder 1">
            <a:extLst>
              <a:ext uri="{FF2B5EF4-FFF2-40B4-BE49-F238E27FC236}">
                <a16:creationId xmlns:a16="http://schemas.microsoft.com/office/drawing/2014/main" id="{3D776CE3-9FF7-7265-A3E0-0F8C9BC036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622" y="15565"/>
            <a:ext cx="11467779" cy="75178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 dirty="0"/>
          </a:p>
        </p:txBody>
      </p:sp>
      <p:sp>
        <p:nvSpPr>
          <p:cNvPr id="11" name="SmartArt Placeholder 10">
            <a:extLst>
              <a:ext uri="{FF2B5EF4-FFF2-40B4-BE49-F238E27FC236}">
                <a16:creationId xmlns:a16="http://schemas.microsoft.com/office/drawing/2014/main" id="{2DD36DE9-6CB6-3E4B-29CE-A1532433D7B7}"/>
              </a:ext>
            </a:extLst>
          </p:cNvPr>
          <p:cNvSpPr>
            <a:spLocks noGrp="1"/>
          </p:cNvSpPr>
          <p:nvPr>
            <p:ph type="dgm" sz="quarter" idx="13"/>
          </p:nvPr>
        </p:nvSpPr>
        <p:spPr>
          <a:xfrm>
            <a:off x="640800" y="860400"/>
            <a:ext cx="11368800" cy="4993200"/>
          </a:xfrm>
        </p:spPr>
        <p:txBody>
          <a:bodyPr/>
          <a:lstStyle/>
          <a:p>
            <a:r>
              <a:rPr lang="en-US" dirty="0"/>
              <a:t>Click icon to add SmartArt graphic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19213960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Tabl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2486000-F4C3-4825-F725-E1C82D7E79B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/>
          <a:lstStyle/>
          <a:p>
            <a:fld id="{10A04BDC-9A72-4B08-81B7-A336A5B4E254}" type="datetime1">
              <a:rPr lang="en-IN" smtClean="0"/>
              <a:t>24-07-2026</a:t>
            </a:fld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013AB49-640C-C025-D37D-7B60AE821A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931FA13-6A3D-62FE-F1E1-BBE5834B48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  <p:sp>
        <p:nvSpPr>
          <p:cNvPr id="6" name="Title Placeholder 1">
            <a:extLst>
              <a:ext uri="{FF2B5EF4-FFF2-40B4-BE49-F238E27FC236}">
                <a16:creationId xmlns:a16="http://schemas.microsoft.com/office/drawing/2014/main" id="{3D776CE3-9FF7-7265-A3E0-0F8C9BC036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622" y="15565"/>
            <a:ext cx="11467779" cy="75178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 dirty="0"/>
          </a:p>
        </p:txBody>
      </p:sp>
      <p:sp>
        <p:nvSpPr>
          <p:cNvPr id="7" name="Table Placeholder 6">
            <a:extLst>
              <a:ext uri="{FF2B5EF4-FFF2-40B4-BE49-F238E27FC236}">
                <a16:creationId xmlns:a16="http://schemas.microsoft.com/office/drawing/2014/main" id="{A7AFBE72-9D87-13DD-DC20-22B3474E8699}"/>
              </a:ext>
            </a:extLst>
          </p:cNvPr>
          <p:cNvSpPr>
            <a:spLocks noGrp="1"/>
          </p:cNvSpPr>
          <p:nvPr>
            <p:ph type="tbl" sz="quarter" idx="13"/>
          </p:nvPr>
        </p:nvSpPr>
        <p:spPr>
          <a:xfrm>
            <a:off x="640583" y="860183"/>
            <a:ext cx="11368800" cy="5011200"/>
          </a:xfrm>
        </p:spPr>
        <p:txBody>
          <a:bodyPr/>
          <a:lstStyle/>
          <a:p>
            <a:r>
              <a:rPr lang="en-US" dirty="0"/>
              <a:t>Click icon to add table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33041427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ictur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2486000-F4C3-4825-F725-E1C82D7E79B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/>
          <a:lstStyle/>
          <a:p>
            <a:fld id="{2E5D08A3-D96A-4309-8AF3-C610782BB2D3}" type="datetime1">
              <a:rPr lang="en-IN" smtClean="0"/>
              <a:t>24-07-2026</a:t>
            </a:fld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013AB49-640C-C025-D37D-7B60AE821A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931FA13-6A3D-62FE-F1E1-BBE5834B48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  <p:sp>
        <p:nvSpPr>
          <p:cNvPr id="6" name="Title Placeholder 1">
            <a:extLst>
              <a:ext uri="{FF2B5EF4-FFF2-40B4-BE49-F238E27FC236}">
                <a16:creationId xmlns:a16="http://schemas.microsoft.com/office/drawing/2014/main" id="{3D776CE3-9FF7-7265-A3E0-0F8C9BC036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622" y="15565"/>
            <a:ext cx="11467779" cy="75178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 dirty="0"/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0FF0B4EC-5238-7C81-3DFE-9A7595D57D4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49995" y="869949"/>
            <a:ext cx="11369405" cy="4993687"/>
          </a:xfrm>
        </p:spPr>
        <p:txBody>
          <a:bodyPr/>
          <a:lstStyle/>
          <a:p>
            <a:r>
              <a:rPr lang="en-US" dirty="0"/>
              <a:t>Click icon to add picture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9843741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EF050EB-4C5E-24F7-1220-9542CFE4715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/>
          <a:lstStyle/>
          <a:p>
            <a:fld id="{340C70EA-229A-4802-A7BC-A1799783BDD3}" type="datetime1">
              <a:rPr lang="en-IN" smtClean="0"/>
              <a:t>24-07-2026</a:t>
            </a:fld>
            <a:endParaRPr lang="en-IN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034115E-EB43-E512-9CA1-A647447FCE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DA407BD-8FF5-2F15-6A5D-BB875953D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55153255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78AE92-8020-5C74-6E97-2D1AB5C29B5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123553" y="767351"/>
            <a:ext cx="6895848" cy="5176249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 Click to edit Master text styles</a:t>
            </a:r>
          </a:p>
          <a:p>
            <a:pPr lvl="1"/>
            <a:r>
              <a:rPr lang="en-US" dirty="0"/>
              <a:t> 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IN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2F5210E-7189-696B-774C-311574670D4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51622" y="767351"/>
            <a:ext cx="4401378" cy="5176249"/>
          </a:xfrm>
        </p:spPr>
        <p:txBody>
          <a:bodyPr/>
          <a:lstStyle>
            <a:lvl1pPr marL="0" indent="0">
              <a:buNone/>
              <a:defRPr sz="1600"/>
            </a:lvl1pPr>
            <a:lvl2pPr marL="457189" indent="0">
              <a:buNone/>
              <a:defRPr sz="1400"/>
            </a:lvl2pPr>
            <a:lvl3pPr marL="914377" indent="0">
              <a:buNone/>
              <a:defRPr sz="1200"/>
            </a:lvl3pPr>
            <a:lvl4pPr marL="1371566" indent="0">
              <a:buNone/>
              <a:defRPr sz="1000"/>
            </a:lvl4pPr>
            <a:lvl5pPr marL="1828754" indent="0">
              <a:buNone/>
              <a:defRPr sz="1000"/>
            </a:lvl5pPr>
            <a:lvl6pPr marL="2285943" indent="0">
              <a:buNone/>
              <a:defRPr sz="1000"/>
            </a:lvl6pPr>
            <a:lvl7pPr marL="2743131" indent="0">
              <a:buNone/>
              <a:defRPr sz="1000"/>
            </a:lvl7pPr>
            <a:lvl8pPr marL="3200320" indent="0">
              <a:buNone/>
              <a:defRPr sz="1000"/>
            </a:lvl8pPr>
            <a:lvl9pPr marL="3657509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727D939-0BB0-4F13-DE00-186FAAD5BD3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/>
          <a:lstStyle/>
          <a:p>
            <a:fld id="{BD944048-9929-4BB2-BADE-62F9A707015B}" type="datetime1">
              <a:rPr lang="en-IN" smtClean="0"/>
              <a:t>24-07-2026</a:t>
            </a:fld>
            <a:endParaRPr lang="en-IN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D242285-EF9F-F56F-6E3F-F3AB2F05B8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FC02B9F-7F8D-D7D1-3266-984D9CBA0A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  <p:sp>
        <p:nvSpPr>
          <p:cNvPr id="8" name="Title Placeholder 1">
            <a:extLst>
              <a:ext uri="{FF2B5EF4-FFF2-40B4-BE49-F238E27FC236}">
                <a16:creationId xmlns:a16="http://schemas.microsoft.com/office/drawing/2014/main" id="{C70A0206-7690-9F39-B286-C900F185EF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622" y="15565"/>
            <a:ext cx="11467779" cy="75178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70311079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52780D9-D3E3-2ABD-5BBD-EF178542658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21801" y="767351"/>
            <a:ext cx="6897600" cy="5176249"/>
          </a:xfrm>
        </p:spPr>
        <p:txBody>
          <a:bodyPr/>
          <a:lstStyle>
            <a:lvl1pPr marL="0" indent="0">
              <a:buNone/>
              <a:defRPr sz="3200"/>
            </a:lvl1pPr>
            <a:lvl2pPr marL="457189" indent="0">
              <a:buNone/>
              <a:defRPr sz="2800"/>
            </a:lvl2pPr>
            <a:lvl3pPr marL="914377" indent="0">
              <a:buNone/>
              <a:defRPr sz="2400"/>
            </a:lvl3pPr>
            <a:lvl4pPr marL="1371566" indent="0">
              <a:buNone/>
              <a:defRPr sz="2000"/>
            </a:lvl4pPr>
            <a:lvl5pPr marL="1828754" indent="0">
              <a:buNone/>
              <a:defRPr sz="2000"/>
            </a:lvl5pPr>
            <a:lvl6pPr marL="2285943" indent="0">
              <a:buNone/>
              <a:defRPr sz="2000"/>
            </a:lvl6pPr>
            <a:lvl7pPr marL="2743131" indent="0">
              <a:buNone/>
              <a:defRPr sz="2000"/>
            </a:lvl7pPr>
            <a:lvl8pPr marL="3200320" indent="0">
              <a:buNone/>
              <a:defRPr sz="2000"/>
            </a:lvl8pPr>
            <a:lvl9pPr marL="3657509" indent="0">
              <a:buNone/>
              <a:defRPr sz="2000"/>
            </a:lvl9pPr>
          </a:lstStyle>
          <a:p>
            <a:r>
              <a:rPr lang="en-US" dirty="0"/>
              <a:t>Click icon to add picture</a:t>
            </a:r>
            <a:endParaRPr lang="en-IN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BD704FC-D1F3-DAF0-44DD-F4586E92C55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51621" y="767351"/>
            <a:ext cx="4402800" cy="5176249"/>
          </a:xfrm>
        </p:spPr>
        <p:txBody>
          <a:bodyPr/>
          <a:lstStyle>
            <a:lvl1pPr marL="0" indent="0">
              <a:buNone/>
              <a:defRPr sz="1600"/>
            </a:lvl1pPr>
            <a:lvl2pPr marL="457189" indent="0">
              <a:buNone/>
              <a:defRPr sz="1400"/>
            </a:lvl2pPr>
            <a:lvl3pPr marL="914377" indent="0">
              <a:buNone/>
              <a:defRPr sz="1200"/>
            </a:lvl3pPr>
            <a:lvl4pPr marL="1371566" indent="0">
              <a:buNone/>
              <a:defRPr sz="1000"/>
            </a:lvl4pPr>
            <a:lvl5pPr marL="1828754" indent="0">
              <a:buNone/>
              <a:defRPr sz="1000"/>
            </a:lvl5pPr>
            <a:lvl6pPr marL="2285943" indent="0">
              <a:buNone/>
              <a:defRPr sz="1000"/>
            </a:lvl6pPr>
            <a:lvl7pPr marL="2743131" indent="0">
              <a:buNone/>
              <a:defRPr sz="1000"/>
            </a:lvl7pPr>
            <a:lvl8pPr marL="3200320" indent="0">
              <a:buNone/>
              <a:defRPr sz="1000"/>
            </a:lvl8pPr>
            <a:lvl9pPr marL="3657509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7C58721-F866-84D0-6AEE-99CDC9765CA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/>
          <a:lstStyle/>
          <a:p>
            <a:fld id="{09A388D1-7504-45FD-847C-EF9E921E08DF}" type="datetime1">
              <a:rPr lang="en-IN" smtClean="0"/>
              <a:t>24-07-2026</a:t>
            </a:fld>
            <a:endParaRPr lang="en-IN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D37BDD9-0674-C779-7194-15EF19230C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3D34641-DF06-0D0A-C23B-9F500C1440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  <p:sp>
        <p:nvSpPr>
          <p:cNvPr id="8" name="Title Placeholder 1">
            <a:extLst>
              <a:ext uri="{FF2B5EF4-FFF2-40B4-BE49-F238E27FC236}">
                <a16:creationId xmlns:a16="http://schemas.microsoft.com/office/drawing/2014/main" id="{023E2C65-2384-1AE1-CDDA-1415C05ABB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622" y="15565"/>
            <a:ext cx="11467779" cy="75178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2440574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8CD720B-4011-720D-5B2D-178DF78C14DF}"/>
              </a:ext>
            </a:extLst>
          </p:cNvPr>
          <p:cNvSpPr>
            <a:spLocks noGrp="1"/>
          </p:cNvSpPr>
          <p:nvPr>
            <p:ph type="body" orient="vert" idx="1" hasCustomPrompt="1"/>
          </p:nvPr>
        </p:nvSpPr>
        <p:spPr/>
        <p:txBody>
          <a:bodyPr vert="eaVert"/>
          <a:lstStyle>
            <a:lvl1pPr>
              <a:defRPr/>
            </a:lvl1pPr>
            <a:lvl2pPr>
              <a:defRPr/>
            </a:lvl2pPr>
          </a:lstStyle>
          <a:p>
            <a:pPr lvl="0"/>
            <a:r>
              <a:rPr lang="en-US" dirty="0"/>
              <a:t> Click to edit Master text styles</a:t>
            </a:r>
          </a:p>
          <a:p>
            <a:pPr lvl="1"/>
            <a:r>
              <a:rPr lang="en-US" dirty="0"/>
              <a:t> 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IN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600B6B4-0BC2-C258-5143-D69F0934E83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/>
          <a:lstStyle/>
          <a:p>
            <a:fld id="{6015BE80-B03C-48AB-B3E2-19C5F4D60D3C}" type="datetime1">
              <a:rPr lang="en-IN" smtClean="0"/>
              <a:t>24-07-2026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CB5B7C5-7C90-69C5-F771-A726AD7BD7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047DAF-506B-D97B-13B0-4872A99B03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  <p:sp>
        <p:nvSpPr>
          <p:cNvPr id="7" name="Title Placeholder 1">
            <a:extLst>
              <a:ext uri="{FF2B5EF4-FFF2-40B4-BE49-F238E27FC236}">
                <a16:creationId xmlns:a16="http://schemas.microsoft.com/office/drawing/2014/main" id="{F9226BB6-881A-CAC8-6FCB-B4ADD65587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622" y="15565"/>
            <a:ext cx="11467779" cy="75178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37490073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B9248E2-CBB7-EBD8-846D-8C060C03CBE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2" y="793213"/>
            <a:ext cx="2628900" cy="5166913"/>
          </a:xfrm>
          <a:prstGeom prst="rect">
            <a:avLst/>
          </a:prstGeo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553683F-2701-B570-9D95-E393965C512B}"/>
              </a:ext>
            </a:extLst>
          </p:cNvPr>
          <p:cNvSpPr>
            <a:spLocks noGrp="1"/>
          </p:cNvSpPr>
          <p:nvPr>
            <p:ph type="body" orient="vert" idx="1" hasCustomPrompt="1"/>
          </p:nvPr>
        </p:nvSpPr>
        <p:spPr>
          <a:xfrm>
            <a:off x="838202" y="793213"/>
            <a:ext cx="7734300" cy="5166913"/>
          </a:xfrm>
        </p:spPr>
        <p:txBody>
          <a:bodyPr vert="eaVert"/>
          <a:lstStyle>
            <a:lvl1pPr>
              <a:defRPr/>
            </a:lvl1pPr>
            <a:lvl2pPr>
              <a:defRPr/>
            </a:lvl2pPr>
          </a:lstStyle>
          <a:p>
            <a:pPr lvl="0"/>
            <a:r>
              <a:rPr lang="en-US" dirty="0"/>
              <a:t> Click to edit Master text styles</a:t>
            </a:r>
          </a:p>
          <a:p>
            <a:pPr lvl="1"/>
            <a:r>
              <a:rPr lang="en-US" dirty="0"/>
              <a:t> 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IN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11D99D-3892-61B7-5BF0-DF9FC061FA0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/>
          <a:lstStyle/>
          <a:p>
            <a:fld id="{450E9977-AF0E-4B1A-B2BF-2416B4828E95}" type="datetime1">
              <a:rPr lang="en-IN" smtClean="0"/>
              <a:t>24-07-2026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799378C-B6A0-5E4E-E0E3-DCF21F2A6F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8FFADB1-3801-B941-7B46-61F8CF9386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44835993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1.jp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18F15A2-660A-683C-A621-F791C1FFFD5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51622" y="778368"/>
            <a:ext cx="11467778" cy="518035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 Click to edit Master text styles</a:t>
            </a:r>
          </a:p>
          <a:p>
            <a:pPr lvl="1"/>
            <a:r>
              <a:rPr lang="en-US" dirty="0"/>
              <a:t> 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8D5F9C7-CEA5-BAC2-5268-BAC5D88EE57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38200" y="6356354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400" b="1"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781585A-01DF-18BA-D7F7-593A15BE25A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5809423" y="6356354"/>
            <a:ext cx="57315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400" b="1"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9C10DDB-4E8F-9E41-32CF-4AB3424622BE}"/>
              </a:ext>
            </a:extLst>
          </p:cNvPr>
          <p:cNvSpPr/>
          <p:nvPr/>
        </p:nvSpPr>
        <p:spPr>
          <a:xfrm>
            <a:off x="2" y="0"/>
            <a:ext cx="526775" cy="6858000"/>
          </a:xfrm>
          <a:prstGeom prst="rect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53000">
                <a:schemeClr val="accent1">
                  <a:lumMod val="45000"/>
                  <a:lumOff val="55000"/>
                </a:schemeClr>
              </a:gs>
              <a:gs pos="71000">
                <a:schemeClr val="accent1">
                  <a:lumMod val="60000"/>
                  <a:lumOff val="40000"/>
                </a:schemeClr>
              </a:gs>
              <a:gs pos="100000">
                <a:schemeClr val="accent1">
                  <a:lumMod val="75000"/>
                </a:schemeClr>
              </a:gs>
            </a:gsLst>
            <a:lin ang="5400000" scaled="1"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sz="1800" dirty="0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758CF390-1F01-14C3-E9DD-347E0F0EB983}"/>
              </a:ext>
            </a:extLst>
          </p:cNvPr>
          <p:cNvCxnSpPr>
            <a:cxnSpLocks/>
          </p:cNvCxnSpPr>
          <p:nvPr/>
        </p:nvCxnSpPr>
        <p:spPr>
          <a:xfrm>
            <a:off x="526771" y="778368"/>
            <a:ext cx="116640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4" name="Picture 13">
            <a:extLst>
              <a:ext uri="{FF2B5EF4-FFF2-40B4-BE49-F238E27FC236}">
                <a16:creationId xmlns:a16="http://schemas.microsoft.com/office/drawing/2014/main" id="{5E9F3479-8A23-A789-DBA6-CFD9BDB1F751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25027" y="6033608"/>
            <a:ext cx="1628775" cy="781050"/>
          </a:xfrm>
          <a:prstGeom prst="rect">
            <a:avLst/>
          </a:prstGeom>
        </p:spPr>
      </p:pic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2FD3023E-7247-E508-4BC3-52869DB36F47}"/>
              </a:ext>
            </a:extLst>
          </p:cNvPr>
          <p:cNvCxnSpPr>
            <a:cxnSpLocks/>
          </p:cNvCxnSpPr>
          <p:nvPr/>
        </p:nvCxnSpPr>
        <p:spPr>
          <a:xfrm>
            <a:off x="526771" y="5958724"/>
            <a:ext cx="11664408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itle Placeholder 1">
            <a:extLst>
              <a:ext uri="{FF2B5EF4-FFF2-40B4-BE49-F238E27FC236}">
                <a16:creationId xmlns:a16="http://schemas.microsoft.com/office/drawing/2014/main" id="{5071489A-7E45-9C45-4E72-C4B8688991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622" y="15565"/>
            <a:ext cx="11467779" cy="75178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0283037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</p:sldLayoutIdLst>
  <p:hf hdr="0" dt="0"/>
  <p:txStyles>
    <p:titleStyle>
      <a:lvl1pPr algn="l" defTabSz="914377" rtl="0" eaLnBrk="1" latinLnBrk="0" hangingPunct="1">
        <a:lnSpc>
          <a:spcPct val="90000"/>
        </a:lnSpc>
        <a:spcBef>
          <a:spcPct val="0"/>
        </a:spcBef>
        <a:buNone/>
        <a:defRPr sz="4400" b="1" kern="1200">
          <a:solidFill>
            <a:schemeClr val="accent1">
              <a:lumMod val="75000"/>
            </a:schemeClr>
          </a:solidFill>
          <a:latin typeface="+mj-lt"/>
          <a:ea typeface="+mj-ea"/>
          <a:cs typeface="+mj-cs"/>
        </a:defRPr>
      </a:lvl1pPr>
    </p:titleStyle>
    <p:bodyStyle>
      <a:lvl1pPr marL="228594" indent="-228594" algn="l" defTabSz="914377" rtl="0" eaLnBrk="1" latinLnBrk="0" hangingPunct="1">
        <a:lnSpc>
          <a:spcPct val="90000"/>
        </a:lnSpc>
        <a:spcBef>
          <a:spcPts val="1000"/>
        </a:spcBef>
        <a:buClr>
          <a:schemeClr val="accent1">
            <a:lumMod val="75000"/>
          </a:schemeClr>
        </a:buClr>
        <a:buFont typeface="Wingdings" panose="05000000000000000000" pitchFamily="2" charset="2"/>
        <a:buChar char="Ø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783" indent="-228594" algn="l" defTabSz="914377" rtl="0" eaLnBrk="1" latinLnBrk="0" hangingPunct="1">
        <a:lnSpc>
          <a:spcPct val="90000"/>
        </a:lnSpc>
        <a:spcBef>
          <a:spcPts val="500"/>
        </a:spcBef>
        <a:buClr>
          <a:schemeClr val="accent1">
            <a:lumMod val="75000"/>
          </a:schemeClr>
        </a:buClr>
        <a:buFont typeface="Wingdings" panose="05000000000000000000" pitchFamily="2" charset="2"/>
        <a:buChar char="v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2971" indent="-228594" algn="l" defTabSz="914377" rtl="0" eaLnBrk="1" latinLnBrk="0" hangingPunct="1">
        <a:lnSpc>
          <a:spcPct val="90000"/>
        </a:lnSpc>
        <a:spcBef>
          <a:spcPts val="500"/>
        </a:spcBef>
        <a:buClr>
          <a:schemeClr val="accent1">
            <a:lumMod val="75000"/>
          </a:schemeClr>
        </a:buClr>
        <a:buFont typeface="Courier New" panose="02070309020205020404" pitchFamily="49" charset="0"/>
        <a:buChar char="o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160" indent="-228594" algn="l" defTabSz="914377" rtl="0" eaLnBrk="1" latinLnBrk="0" hangingPunct="1">
        <a:lnSpc>
          <a:spcPct val="90000"/>
        </a:lnSpc>
        <a:spcBef>
          <a:spcPts val="500"/>
        </a:spcBef>
        <a:buClr>
          <a:schemeClr val="accent1">
            <a:lumMod val="75000"/>
          </a:schemeClr>
        </a:buClr>
        <a:buFont typeface="Wingdings" panose="05000000000000000000" pitchFamily="2" charset="2"/>
        <a:buChar char="§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349" indent="-228594" algn="l" defTabSz="914377" rtl="0" eaLnBrk="1" latinLnBrk="0" hangingPunct="1">
        <a:lnSpc>
          <a:spcPct val="90000"/>
        </a:lnSpc>
        <a:spcBef>
          <a:spcPts val="500"/>
        </a:spcBef>
        <a:buClr>
          <a:schemeClr val="accent1">
            <a:lumMod val="75000"/>
          </a:schemeClr>
        </a:buClr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537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726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914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103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77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66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54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43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31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32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50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97A47D-4041-E506-0262-120544233CE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IN" dirty="0"/>
              <a:t>Python Class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C9D5DB0-B0FC-A96C-5DA4-ED879EFF57A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IN" dirty="0"/>
              <a:t>05-06-2026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176A813-6DC6-88B7-7701-D0C51E9896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1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B62A419-BAD2-7656-8D8F-259DBDFC13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68478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923076-CB68-A587-F711-7F7F37DD2F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1. Input &amp; Output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1D3B7F1-3EC2-3B19-4FF3-E8B5A917ECA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</a:t>
            </a:r>
            <a:r>
              <a:rPr lang="en-IN" b="1" dirty="0"/>
              <a:t>Input() : </a:t>
            </a:r>
          </a:p>
          <a:p>
            <a:pPr lvl="1"/>
            <a:r>
              <a:rPr lang="en-IN" dirty="0"/>
              <a:t> Takes input from terminal as a String.</a:t>
            </a:r>
          </a:p>
          <a:p>
            <a:pPr lvl="1"/>
            <a:r>
              <a:rPr lang="en-IN" dirty="0"/>
              <a:t> </a:t>
            </a:r>
            <a:r>
              <a:rPr lang="en-IN" b="1" dirty="0"/>
              <a:t>Syntax : </a:t>
            </a:r>
            <a:r>
              <a:rPr lang="en-IN" dirty="0"/>
              <a:t>input()</a:t>
            </a:r>
          </a:p>
          <a:p>
            <a:pPr marL="457189" lvl="1" indent="0">
              <a:buNone/>
            </a:pPr>
            <a:endParaRPr lang="en-IN" dirty="0"/>
          </a:p>
          <a:p>
            <a:r>
              <a:rPr lang="en-IN" dirty="0"/>
              <a:t> </a:t>
            </a:r>
            <a:r>
              <a:rPr lang="en-IN" b="1" dirty="0"/>
              <a:t>Output() : </a:t>
            </a:r>
          </a:p>
          <a:p>
            <a:pPr lvl="1"/>
            <a:r>
              <a:rPr lang="en-IN" b="1" dirty="0"/>
              <a:t> </a:t>
            </a:r>
            <a:r>
              <a:rPr lang="en-IN" dirty="0"/>
              <a:t>Writes output in the terminal.</a:t>
            </a:r>
          </a:p>
          <a:p>
            <a:pPr lvl="1"/>
            <a:r>
              <a:rPr lang="en-IN" b="1" dirty="0"/>
              <a:t> Syntax : </a:t>
            </a:r>
            <a:r>
              <a:rPr lang="en-IN" dirty="0"/>
              <a:t>output()</a:t>
            </a:r>
          </a:p>
          <a:p>
            <a:pPr lvl="1"/>
            <a:r>
              <a:rPr lang="en-IN" b="1" dirty="0"/>
              <a:t> Parameters : </a:t>
            </a:r>
            <a:r>
              <a:rPr lang="en-IN" dirty="0"/>
              <a:t>*arwgs, end, sep</a:t>
            </a:r>
          </a:p>
          <a:p>
            <a:pPr lvl="2"/>
            <a:r>
              <a:rPr lang="en-IN" b="1" dirty="0"/>
              <a:t> *arwgs : </a:t>
            </a:r>
            <a:r>
              <a:rPr lang="en-IN" dirty="0"/>
              <a:t>parameters needs to be printed.</a:t>
            </a:r>
          </a:p>
          <a:p>
            <a:pPr lvl="2"/>
            <a:r>
              <a:rPr lang="en-IN" b="1" dirty="0"/>
              <a:t> end : </a:t>
            </a:r>
            <a:r>
              <a:rPr lang="en-IN" dirty="0"/>
              <a:t>default-’\n’</a:t>
            </a:r>
          </a:p>
          <a:p>
            <a:pPr lvl="2"/>
            <a:r>
              <a:rPr lang="en-IN" b="1" dirty="0"/>
              <a:t> sep : </a:t>
            </a:r>
            <a:r>
              <a:rPr lang="en-IN" dirty="0"/>
              <a:t>default-’ ‘ </a:t>
            </a:r>
            <a:endParaRPr lang="en-IN" b="1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E17F7B5-3381-19F0-3D9B-F7C40E0C8D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2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64A8278-37EC-EE4F-0E1B-F65E233949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58185643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EEE439-08C6-C686-BFA7-0541EA543C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Example (end=‘\n’)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D37AB8D3-60F5-6ED5-925A-73B60DBD439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8964" y="933001"/>
            <a:ext cx="6210563" cy="1502085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4E20E489-0A23-94BE-6D7F-B7537C549CC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8964" y="2600736"/>
            <a:ext cx="3303564" cy="591165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BBF72B2F-FB87-3C32-1484-84BDB9E50E85}"/>
              </a:ext>
            </a:extLst>
          </p:cNvPr>
          <p:cNvSpPr/>
          <p:nvPr/>
        </p:nvSpPr>
        <p:spPr>
          <a:xfrm>
            <a:off x="2604052" y="1401417"/>
            <a:ext cx="2643809" cy="27829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62770C6-24B7-F294-CEB9-AEB392F065B4}"/>
              </a:ext>
            </a:extLst>
          </p:cNvPr>
          <p:cNvSpPr/>
          <p:nvPr/>
        </p:nvSpPr>
        <p:spPr>
          <a:xfrm>
            <a:off x="3558209" y="1779103"/>
            <a:ext cx="1570382" cy="27829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09A5C80-3FB1-FF79-59D6-CF88960D210D}"/>
              </a:ext>
            </a:extLst>
          </p:cNvPr>
          <p:cNvSpPr/>
          <p:nvPr/>
        </p:nvSpPr>
        <p:spPr>
          <a:xfrm>
            <a:off x="708996" y="2875720"/>
            <a:ext cx="2643809" cy="27829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99C51684-C8F3-E54A-C56E-30D8C95AFC7E}"/>
              </a:ext>
            </a:extLst>
          </p:cNvPr>
          <p:cNvCxnSpPr>
            <a:cxnSpLocks/>
            <a:endCxn id="23" idx="1"/>
          </p:cNvCxnSpPr>
          <p:nvPr/>
        </p:nvCxnSpPr>
        <p:spPr>
          <a:xfrm flipV="1">
            <a:off x="5247861" y="1526449"/>
            <a:ext cx="2832653" cy="14116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4E06AD34-ECE2-5643-059C-59F2D2EAFE23}"/>
              </a:ext>
            </a:extLst>
          </p:cNvPr>
          <p:cNvCxnSpPr>
            <a:cxnSpLocks/>
          </p:cNvCxnSpPr>
          <p:nvPr/>
        </p:nvCxnSpPr>
        <p:spPr>
          <a:xfrm flipV="1">
            <a:off x="5128591" y="1918251"/>
            <a:ext cx="2922105" cy="3313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58275F3B-0E9F-5384-46F6-5DFBE12668B8}"/>
              </a:ext>
            </a:extLst>
          </p:cNvPr>
          <p:cNvCxnSpPr>
            <a:cxnSpLocks/>
            <a:endCxn id="25" idx="1"/>
          </p:cNvCxnSpPr>
          <p:nvPr/>
        </p:nvCxnSpPr>
        <p:spPr>
          <a:xfrm flipV="1">
            <a:off x="3352805" y="3003631"/>
            <a:ext cx="4681006" cy="11237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8B8E5BD5-9D01-E3A8-29BD-9AB3C853F7D4}"/>
              </a:ext>
            </a:extLst>
          </p:cNvPr>
          <p:cNvSpPr txBox="1"/>
          <p:nvPr/>
        </p:nvSpPr>
        <p:spPr>
          <a:xfrm>
            <a:off x="8080514" y="1341783"/>
            <a:ext cx="3859375" cy="36933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IN" dirty="0"/>
              <a:t>Here takes the input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50CA57F-ACB0-CDE8-E5B8-0CD5E8A8A5B7}"/>
              </a:ext>
            </a:extLst>
          </p:cNvPr>
          <p:cNvSpPr txBox="1"/>
          <p:nvPr/>
        </p:nvSpPr>
        <p:spPr>
          <a:xfrm>
            <a:off x="8080514" y="1779103"/>
            <a:ext cx="3859375" cy="36933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IN" dirty="0"/>
              <a:t>End=‘ ’ makes the nextline to ‘ ’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C0A1100-48AA-CB06-0231-37AFBEB8B213}"/>
              </a:ext>
            </a:extLst>
          </p:cNvPr>
          <p:cNvSpPr txBox="1"/>
          <p:nvPr/>
        </p:nvSpPr>
        <p:spPr>
          <a:xfrm>
            <a:off x="8033811" y="2541966"/>
            <a:ext cx="3859375" cy="92333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IN" dirty="0"/>
              <a:t>Since the end=‘’ then for each print call it doesn’t goes new line, it just applies the parameter given.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280C02BB-59BF-1EC8-F0B8-64136F1C7D9F}"/>
              </a:ext>
            </a:extLst>
          </p:cNvPr>
          <p:cNvSpPr txBox="1"/>
          <p:nvPr/>
        </p:nvSpPr>
        <p:spPr>
          <a:xfrm>
            <a:off x="708997" y="3588026"/>
            <a:ext cx="11184190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/>
              <a:t>Example : </a:t>
            </a:r>
          </a:p>
          <a:p>
            <a:r>
              <a:rPr lang="en-IN" dirty="0"/>
              <a:t>number = int(input('Enter the number : '))</a:t>
            </a:r>
          </a:p>
          <a:p>
            <a:r>
              <a:rPr lang="en-IN" dirty="0"/>
              <a:t>for i in range(number):print(i,end='*’)</a:t>
            </a:r>
          </a:p>
          <a:p>
            <a:endParaRPr lang="en-GB" dirty="0"/>
          </a:p>
          <a:p>
            <a:r>
              <a:rPr lang="en-GB" b="1" dirty="0"/>
              <a:t>Output : </a:t>
            </a:r>
          </a:p>
          <a:p>
            <a:r>
              <a:rPr lang="en-GB" dirty="0"/>
              <a:t>Enter the number : 5</a:t>
            </a:r>
          </a:p>
          <a:p>
            <a:r>
              <a:rPr lang="en-GB" dirty="0"/>
              <a:t>0*1*2*3*4*</a:t>
            </a:r>
            <a:endParaRPr lang="en-IN" dirty="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8D79ED8E-85E9-D98C-02A7-777C52F79764}"/>
              </a:ext>
            </a:extLst>
          </p:cNvPr>
          <p:cNvSpPr/>
          <p:nvPr/>
        </p:nvSpPr>
        <p:spPr>
          <a:xfrm>
            <a:off x="688964" y="5317435"/>
            <a:ext cx="1815697" cy="30191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7A06CDF1-6112-CABD-42E4-3D252A6957CA}"/>
              </a:ext>
            </a:extLst>
          </p:cNvPr>
          <p:cNvSpPr/>
          <p:nvPr/>
        </p:nvSpPr>
        <p:spPr>
          <a:xfrm>
            <a:off x="2759771" y="4227024"/>
            <a:ext cx="1762534" cy="227854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E0965F46-0801-CEFC-AB16-DCC0930FDEC7}"/>
              </a:ext>
            </a:extLst>
          </p:cNvPr>
          <p:cNvCxnSpPr>
            <a:cxnSpLocks/>
          </p:cNvCxnSpPr>
          <p:nvPr/>
        </p:nvCxnSpPr>
        <p:spPr>
          <a:xfrm flipV="1">
            <a:off x="4522305" y="4296147"/>
            <a:ext cx="3511504" cy="34000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4F7E8B39-4E86-4BB9-01F2-7A85BA548499}"/>
              </a:ext>
            </a:extLst>
          </p:cNvPr>
          <p:cNvCxnSpPr>
            <a:cxnSpLocks/>
          </p:cNvCxnSpPr>
          <p:nvPr/>
        </p:nvCxnSpPr>
        <p:spPr>
          <a:xfrm>
            <a:off x="2504661" y="5453268"/>
            <a:ext cx="5529148" cy="0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B5CAF12E-C97C-A567-598B-BFE9D014359E}"/>
              </a:ext>
            </a:extLst>
          </p:cNvPr>
          <p:cNvSpPr txBox="1"/>
          <p:nvPr/>
        </p:nvSpPr>
        <p:spPr>
          <a:xfrm>
            <a:off x="8033810" y="4077485"/>
            <a:ext cx="3859375" cy="36933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IN" dirty="0"/>
              <a:t>Here the end=‘*’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1EE6BFFC-74CB-3BB5-3FDE-2499F36C3FD0}"/>
              </a:ext>
            </a:extLst>
          </p:cNvPr>
          <p:cNvSpPr txBox="1"/>
          <p:nvPr/>
        </p:nvSpPr>
        <p:spPr>
          <a:xfrm>
            <a:off x="8033809" y="5123545"/>
            <a:ext cx="3859375" cy="646331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IN" dirty="0"/>
              <a:t>At each time the print() calls then the end applies by default the end is ‘\n’.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5121265-1D59-66BF-AA4C-4CB226BF2B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3</a:t>
            </a:fld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068943F-4E01-C352-4F8E-B357EFCC7C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30000421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E4D3DD-0370-4FA3-4741-2E5A08DC9F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Example (Sep=‘ ’)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CA54670C-8D39-1831-E37D-BAD735530E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IN" sz="2000" b="1" dirty="0"/>
              <a:t>Example : </a:t>
            </a:r>
          </a:p>
          <a:p>
            <a:pPr marL="0" indent="0">
              <a:buNone/>
            </a:pPr>
            <a:r>
              <a:rPr lang="en-IN" sz="2000" dirty="0"/>
              <a:t>a = 10</a:t>
            </a:r>
          </a:p>
          <a:p>
            <a:pPr marL="0" indent="0">
              <a:buNone/>
            </a:pPr>
            <a:r>
              <a:rPr lang="en-IN" sz="2000" dirty="0"/>
              <a:t>b = 20</a:t>
            </a:r>
          </a:p>
          <a:p>
            <a:pPr marL="0" indent="0">
              <a:buNone/>
            </a:pPr>
            <a:r>
              <a:rPr lang="en-IN" sz="2000" dirty="0"/>
              <a:t>print(a,b)</a:t>
            </a:r>
          </a:p>
          <a:p>
            <a:pPr marL="0" indent="0">
              <a:buNone/>
            </a:pPr>
            <a:r>
              <a:rPr lang="en-IN" sz="2000" b="1" dirty="0"/>
              <a:t>Output : </a:t>
            </a:r>
          </a:p>
          <a:p>
            <a:pPr marL="0" indent="0">
              <a:buNone/>
            </a:pPr>
            <a:r>
              <a:rPr lang="en-IN" sz="2000" dirty="0"/>
              <a:t>10 20</a:t>
            </a:r>
          </a:p>
          <a:p>
            <a:pPr marL="0" indent="0">
              <a:buNone/>
            </a:pPr>
            <a:endParaRPr lang="en-IN" sz="2000" dirty="0"/>
          </a:p>
          <a:p>
            <a:pPr marL="0" indent="0">
              <a:buNone/>
            </a:pPr>
            <a:r>
              <a:rPr lang="en-IN" sz="2000" b="1" dirty="0"/>
              <a:t>Example : </a:t>
            </a:r>
            <a:br>
              <a:rPr lang="en-IN" sz="2000" dirty="0"/>
            </a:br>
            <a:r>
              <a:rPr lang="en-IN" sz="2000" dirty="0"/>
              <a:t>a = 10</a:t>
            </a:r>
          </a:p>
          <a:p>
            <a:pPr marL="0" indent="0">
              <a:buNone/>
            </a:pPr>
            <a:r>
              <a:rPr lang="en-IN" sz="2000" dirty="0"/>
              <a:t>b = 20</a:t>
            </a:r>
          </a:p>
          <a:p>
            <a:pPr marL="0" indent="0">
              <a:buNone/>
            </a:pPr>
            <a:r>
              <a:rPr lang="en-IN" sz="2000" dirty="0"/>
              <a:t>print(a,b,sep='-’)</a:t>
            </a:r>
          </a:p>
          <a:p>
            <a:pPr marL="0" indent="0">
              <a:buNone/>
            </a:pPr>
            <a:r>
              <a:rPr lang="en-IN" sz="2000" b="1" dirty="0"/>
              <a:t>Output : </a:t>
            </a:r>
          </a:p>
          <a:p>
            <a:pPr marL="0" indent="0">
              <a:buNone/>
            </a:pPr>
            <a:r>
              <a:rPr lang="en-IN" sz="2000" dirty="0"/>
              <a:t>10-20</a:t>
            </a:r>
          </a:p>
          <a:p>
            <a:endParaRPr lang="en-IN" sz="2000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BA2903A-29A3-C84A-D615-B0B0969F1F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C9C9EF2-A9D5-7E6F-BEFC-700A010745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4</a:t>
            </a:fld>
            <a:endParaRPr lang="en-IN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4422A9F-CC06-FFEE-A884-59BE6B224F76}"/>
              </a:ext>
            </a:extLst>
          </p:cNvPr>
          <p:cNvSpPr/>
          <p:nvPr/>
        </p:nvSpPr>
        <p:spPr>
          <a:xfrm>
            <a:off x="582102" y="2031337"/>
            <a:ext cx="2643809" cy="27829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033D42ED-9E08-8899-1459-CB2D1AC6F77A}"/>
              </a:ext>
            </a:extLst>
          </p:cNvPr>
          <p:cNvCxnSpPr>
            <a:cxnSpLocks/>
            <a:endCxn id="12" idx="1"/>
          </p:cNvCxnSpPr>
          <p:nvPr/>
        </p:nvCxnSpPr>
        <p:spPr>
          <a:xfrm flipV="1">
            <a:off x="3225911" y="2156369"/>
            <a:ext cx="2832653" cy="14116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629B4E3C-8BCD-939A-DA55-3870A199092A}"/>
              </a:ext>
            </a:extLst>
          </p:cNvPr>
          <p:cNvSpPr txBox="1"/>
          <p:nvPr/>
        </p:nvSpPr>
        <p:spPr>
          <a:xfrm>
            <a:off x="6058564" y="1971703"/>
            <a:ext cx="3859375" cy="36933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IN" dirty="0"/>
              <a:t>Sep not modified, by default it’s ‘ ‘.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FFD1BAF-5B9C-BA65-28B8-C0A8EB475B14}"/>
              </a:ext>
            </a:extLst>
          </p:cNvPr>
          <p:cNvSpPr/>
          <p:nvPr/>
        </p:nvSpPr>
        <p:spPr>
          <a:xfrm>
            <a:off x="578898" y="4716670"/>
            <a:ext cx="2643809" cy="27829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429FC49B-B7B0-62DC-01EE-9B818FFF27CE}"/>
              </a:ext>
            </a:extLst>
          </p:cNvPr>
          <p:cNvCxnSpPr>
            <a:cxnSpLocks/>
            <a:endCxn id="15" idx="1"/>
          </p:cNvCxnSpPr>
          <p:nvPr/>
        </p:nvCxnSpPr>
        <p:spPr>
          <a:xfrm flipV="1">
            <a:off x="3222707" y="4841702"/>
            <a:ext cx="2832653" cy="14116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3F4FD2EA-83B9-7DFD-9F24-810F3DE23E0F}"/>
              </a:ext>
            </a:extLst>
          </p:cNvPr>
          <p:cNvSpPr txBox="1"/>
          <p:nvPr/>
        </p:nvSpPr>
        <p:spPr>
          <a:xfrm>
            <a:off x="6055360" y="4657036"/>
            <a:ext cx="3859375" cy="36933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IN" dirty="0"/>
              <a:t>Sep is modified, as ‘-’.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318C232-EDB8-5604-D782-0B44B612C433}"/>
              </a:ext>
            </a:extLst>
          </p:cNvPr>
          <p:cNvSpPr/>
          <p:nvPr/>
        </p:nvSpPr>
        <p:spPr>
          <a:xfrm>
            <a:off x="578898" y="2827064"/>
            <a:ext cx="2643809" cy="27829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8E988357-3A20-DB06-00AD-9D3FEBCD0171}"/>
              </a:ext>
            </a:extLst>
          </p:cNvPr>
          <p:cNvCxnSpPr>
            <a:cxnSpLocks/>
            <a:endCxn id="18" idx="1"/>
          </p:cNvCxnSpPr>
          <p:nvPr/>
        </p:nvCxnSpPr>
        <p:spPr>
          <a:xfrm flipV="1">
            <a:off x="3222707" y="2952096"/>
            <a:ext cx="2832653" cy="14116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26CDB43B-359B-5191-B07F-F40E8B6F1B31}"/>
              </a:ext>
            </a:extLst>
          </p:cNvPr>
          <p:cNvSpPr txBox="1"/>
          <p:nvPr/>
        </p:nvSpPr>
        <p:spPr>
          <a:xfrm>
            <a:off x="6055360" y="2767430"/>
            <a:ext cx="5151120" cy="36933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IN" dirty="0"/>
              <a:t>The a &amp; b prints like a+sep+b,here sep is just a space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57238A23-DC33-2A4F-637A-8288E662005C}"/>
              </a:ext>
            </a:extLst>
          </p:cNvPr>
          <p:cNvSpPr/>
          <p:nvPr/>
        </p:nvSpPr>
        <p:spPr>
          <a:xfrm>
            <a:off x="578898" y="5483634"/>
            <a:ext cx="2643809" cy="27829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ED971298-2E57-828A-8BD4-D9576B3671EA}"/>
              </a:ext>
            </a:extLst>
          </p:cNvPr>
          <p:cNvCxnSpPr>
            <a:cxnSpLocks/>
            <a:endCxn id="21" idx="1"/>
          </p:cNvCxnSpPr>
          <p:nvPr/>
        </p:nvCxnSpPr>
        <p:spPr>
          <a:xfrm flipV="1">
            <a:off x="3222707" y="5608666"/>
            <a:ext cx="2832653" cy="14116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3B1A1FC8-013E-177F-34BF-4E52E5ED030D}"/>
              </a:ext>
            </a:extLst>
          </p:cNvPr>
          <p:cNvSpPr txBox="1"/>
          <p:nvPr/>
        </p:nvSpPr>
        <p:spPr>
          <a:xfrm>
            <a:off x="6055360" y="5424000"/>
            <a:ext cx="5151120" cy="36933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IN" dirty="0"/>
              <a:t>The a &amp; b prints like a+sep+b,here sep is ‘-’ character</a:t>
            </a:r>
          </a:p>
        </p:txBody>
      </p:sp>
    </p:spTree>
    <p:extLst>
      <p:ext uri="{BB962C8B-B14F-4D97-AF65-F5344CB8AC3E}">
        <p14:creationId xmlns:p14="http://schemas.microsoft.com/office/powerpoint/2010/main" val="104164717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7CF828-93A4-C474-74FF-5DDC2F6770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For loop &amp; range()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DF9021-AAC7-B042-B230-EA8B831E248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</a:t>
            </a:r>
            <a:r>
              <a:rPr lang="en-IN" b="1" dirty="0"/>
              <a:t>Two types of for loop : </a:t>
            </a:r>
          </a:p>
          <a:p>
            <a:pPr lvl="1"/>
            <a:r>
              <a:rPr lang="en-IN" dirty="0"/>
              <a:t> for strings.</a:t>
            </a:r>
          </a:p>
          <a:p>
            <a:pPr lvl="1"/>
            <a:r>
              <a:rPr lang="en-IN" dirty="0"/>
              <a:t> for integer ranges.</a:t>
            </a:r>
          </a:p>
          <a:p>
            <a:pPr lvl="1"/>
            <a:endParaRPr lang="en-IN" dirty="0"/>
          </a:p>
          <a:p>
            <a:r>
              <a:rPr lang="en-IN" dirty="0"/>
              <a:t> </a:t>
            </a:r>
            <a:r>
              <a:rPr lang="en-IN" b="1" dirty="0"/>
              <a:t>Range() : </a:t>
            </a:r>
          </a:p>
          <a:p>
            <a:pPr lvl="1"/>
            <a:r>
              <a:rPr lang="en-IN" dirty="0"/>
              <a:t> </a:t>
            </a:r>
            <a:r>
              <a:rPr lang="en-IN" b="1" dirty="0"/>
              <a:t>Syntax : range(start, stop, step)</a:t>
            </a:r>
          </a:p>
          <a:p>
            <a:pPr lvl="1"/>
            <a:r>
              <a:rPr lang="en-IN" b="1" dirty="0"/>
              <a:t> three different </a:t>
            </a:r>
            <a:r>
              <a:rPr lang="en-IN" dirty="0"/>
              <a:t>types of usages : </a:t>
            </a:r>
          </a:p>
          <a:p>
            <a:pPr lvl="2"/>
            <a:r>
              <a:rPr lang="en-IN" dirty="0"/>
              <a:t>With all included.</a:t>
            </a:r>
          </a:p>
          <a:p>
            <a:pPr lvl="2"/>
            <a:r>
              <a:rPr lang="en-IN" dirty="0"/>
              <a:t>With start &amp; stop.</a:t>
            </a:r>
          </a:p>
          <a:p>
            <a:pPr lvl="2"/>
            <a:r>
              <a:rPr lang="en-IN" dirty="0"/>
              <a:t>With only stop.</a:t>
            </a:r>
          </a:p>
          <a:p>
            <a:pPr lvl="1"/>
            <a:r>
              <a:rPr lang="en-IN" b="1" dirty="0"/>
              <a:t> start : </a:t>
            </a:r>
            <a:r>
              <a:rPr lang="en-IN" dirty="0"/>
              <a:t>where the loop wants to start,default is 0</a:t>
            </a:r>
            <a:r>
              <a:rPr lang="en-IN" b="1" dirty="0"/>
              <a:t> </a:t>
            </a:r>
            <a:r>
              <a:rPr lang="en-IN" dirty="0"/>
              <a:t>;</a:t>
            </a:r>
            <a:r>
              <a:rPr lang="en-IN" b="1" dirty="0"/>
              <a:t> stop : </a:t>
            </a:r>
            <a:r>
              <a:rPr lang="en-IN" dirty="0"/>
              <a:t>mandatory parameter &amp; loops till stop-1 ; </a:t>
            </a:r>
            <a:r>
              <a:rPr lang="en-IN" b="1" dirty="0"/>
              <a:t>step : </a:t>
            </a:r>
            <a:r>
              <a:rPr lang="en-IN" dirty="0"/>
              <a:t>how many steps skips within the range,default is 1.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F5691CA-0746-C5F0-61C4-9752B44D64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5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839451-1706-B715-3A11-1CDB4E5D69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88620913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C02BCD-2E85-EF89-BDA9-8E2BFE8DFA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Example (range())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F2C8793-709F-955B-D270-E1F7480D7EE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IN" sz="2000" b="1" dirty="0"/>
              <a:t>Program : </a:t>
            </a:r>
          </a:p>
          <a:p>
            <a:pPr marL="0" indent="0">
              <a:buNone/>
            </a:pPr>
            <a:r>
              <a:rPr lang="en-IN" sz="2000" dirty="0"/>
              <a:t>print(*range(1,6,2))</a:t>
            </a:r>
          </a:p>
          <a:p>
            <a:pPr marL="0" indent="0">
              <a:buNone/>
            </a:pPr>
            <a:r>
              <a:rPr lang="en-IN" sz="2000" b="1" dirty="0"/>
              <a:t>Output : </a:t>
            </a:r>
          </a:p>
          <a:p>
            <a:pPr marL="0" indent="0">
              <a:buNone/>
            </a:pPr>
            <a:r>
              <a:rPr lang="en-IN" sz="2000" dirty="0"/>
              <a:t>1 3 5</a:t>
            </a:r>
          </a:p>
          <a:p>
            <a:pPr marL="0" indent="0">
              <a:buNone/>
            </a:pPr>
            <a:r>
              <a:rPr lang="en-IN" sz="2000" b="1" dirty="0"/>
              <a:t>Program : </a:t>
            </a:r>
          </a:p>
          <a:p>
            <a:pPr marL="0" indent="0">
              <a:buNone/>
            </a:pPr>
            <a:r>
              <a:rPr lang="en-IN" sz="2000" dirty="0"/>
              <a:t>print(*range(1,5))</a:t>
            </a:r>
            <a:endParaRPr lang="en-IN" sz="2000" b="1" dirty="0"/>
          </a:p>
          <a:p>
            <a:pPr marL="0" indent="0">
              <a:buNone/>
            </a:pPr>
            <a:r>
              <a:rPr lang="en-IN" sz="2000" b="1" dirty="0"/>
              <a:t>Output : </a:t>
            </a:r>
          </a:p>
          <a:p>
            <a:pPr marL="0" indent="0">
              <a:buNone/>
            </a:pPr>
            <a:r>
              <a:rPr lang="en-IN" sz="2000" dirty="0"/>
              <a:t>1 2 3 4 </a:t>
            </a:r>
          </a:p>
          <a:p>
            <a:pPr marL="0" indent="0">
              <a:buNone/>
            </a:pPr>
            <a:r>
              <a:rPr lang="en-IN" sz="2000" b="1" dirty="0"/>
              <a:t>Program :</a:t>
            </a:r>
          </a:p>
          <a:p>
            <a:pPr marL="0" indent="0">
              <a:buNone/>
            </a:pPr>
            <a:r>
              <a:rPr lang="en-IN" sz="2000" dirty="0"/>
              <a:t>print(*range(4))</a:t>
            </a:r>
            <a:endParaRPr lang="en-IN" sz="2000" b="1" dirty="0"/>
          </a:p>
          <a:p>
            <a:pPr marL="0" indent="0">
              <a:buNone/>
            </a:pPr>
            <a:r>
              <a:rPr lang="en-IN" sz="2000" b="1" dirty="0"/>
              <a:t>Output : </a:t>
            </a:r>
          </a:p>
          <a:p>
            <a:pPr marL="0" indent="0">
              <a:buNone/>
            </a:pPr>
            <a:r>
              <a:rPr lang="en-IN" sz="2000" dirty="0"/>
              <a:t>0 1 2 3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F39D180-212A-AF8B-3F16-60CA6AF007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BC0F40E-0D67-C568-188D-663222F8F8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6</a:t>
            </a:fld>
            <a:endParaRPr lang="en-IN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37C453F-8EAB-CFC4-C31C-DF3F4606AF34}"/>
              </a:ext>
            </a:extLst>
          </p:cNvPr>
          <p:cNvSpPr/>
          <p:nvPr/>
        </p:nvSpPr>
        <p:spPr>
          <a:xfrm>
            <a:off x="619538" y="1220683"/>
            <a:ext cx="2643809" cy="27829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C0AEA238-E316-01C9-7A1A-F64D274C50B4}"/>
              </a:ext>
            </a:extLst>
          </p:cNvPr>
          <p:cNvCxnSpPr>
            <a:cxnSpLocks/>
          </p:cNvCxnSpPr>
          <p:nvPr/>
        </p:nvCxnSpPr>
        <p:spPr>
          <a:xfrm>
            <a:off x="3263347" y="1339010"/>
            <a:ext cx="2913933" cy="3750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05CE91DA-C371-3705-D189-24FD2B9C2CAC}"/>
              </a:ext>
            </a:extLst>
          </p:cNvPr>
          <p:cNvSpPr txBox="1"/>
          <p:nvPr/>
        </p:nvSpPr>
        <p:spPr>
          <a:xfrm>
            <a:off x="6177280" y="877345"/>
            <a:ext cx="3859375" cy="92333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IN" dirty="0"/>
              <a:t>Parameters : start,end,step</a:t>
            </a:r>
          </a:p>
          <a:p>
            <a:r>
              <a:rPr lang="en-IN" dirty="0"/>
              <a:t>Starts with start , runs till end-1 and step that skips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E9E1055-3925-E7FD-CE3B-CFA79EBEEBA1}"/>
              </a:ext>
            </a:extLst>
          </p:cNvPr>
          <p:cNvSpPr/>
          <p:nvPr/>
        </p:nvSpPr>
        <p:spPr>
          <a:xfrm>
            <a:off x="582102" y="2833977"/>
            <a:ext cx="2643809" cy="27829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22AF8EBB-7E45-F061-345A-64291916B167}"/>
              </a:ext>
            </a:extLst>
          </p:cNvPr>
          <p:cNvCxnSpPr>
            <a:cxnSpLocks/>
            <a:endCxn id="11" idx="1"/>
          </p:cNvCxnSpPr>
          <p:nvPr/>
        </p:nvCxnSpPr>
        <p:spPr>
          <a:xfrm>
            <a:off x="3225911" y="2973125"/>
            <a:ext cx="2951368" cy="23294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B525FAA1-5F80-A058-233C-346D59FB6FEC}"/>
              </a:ext>
            </a:extLst>
          </p:cNvPr>
          <p:cNvSpPr txBox="1"/>
          <p:nvPr/>
        </p:nvSpPr>
        <p:spPr>
          <a:xfrm>
            <a:off x="6177279" y="2673253"/>
            <a:ext cx="3859375" cy="646331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IN" dirty="0"/>
              <a:t>Parameters : start,end</a:t>
            </a:r>
          </a:p>
          <a:p>
            <a:r>
              <a:rPr lang="en-IN" dirty="0"/>
              <a:t>Starts with start , runs till end-1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111350B-1CF8-9494-DD34-CE6BE609C948}"/>
              </a:ext>
            </a:extLst>
          </p:cNvPr>
          <p:cNvSpPr/>
          <p:nvPr/>
        </p:nvSpPr>
        <p:spPr>
          <a:xfrm>
            <a:off x="619538" y="4440213"/>
            <a:ext cx="2643809" cy="27829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2BD88F8A-7FDB-CCEB-2733-2918B19A85D8}"/>
              </a:ext>
            </a:extLst>
          </p:cNvPr>
          <p:cNvCxnSpPr>
            <a:cxnSpLocks/>
          </p:cNvCxnSpPr>
          <p:nvPr/>
        </p:nvCxnSpPr>
        <p:spPr>
          <a:xfrm>
            <a:off x="3263347" y="4594125"/>
            <a:ext cx="2913932" cy="0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0649BA72-0522-BE2E-B9DC-C80CD633E2D9}"/>
              </a:ext>
            </a:extLst>
          </p:cNvPr>
          <p:cNvSpPr txBox="1"/>
          <p:nvPr/>
        </p:nvSpPr>
        <p:spPr>
          <a:xfrm>
            <a:off x="6177279" y="4256195"/>
            <a:ext cx="3859375" cy="646331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IN" dirty="0"/>
              <a:t>Parameters : end</a:t>
            </a:r>
          </a:p>
          <a:p>
            <a:r>
              <a:rPr lang="en-IN" dirty="0"/>
              <a:t>Starts with 0 , runs till end-1</a:t>
            </a:r>
          </a:p>
        </p:txBody>
      </p:sp>
    </p:spTree>
    <p:extLst>
      <p:ext uri="{BB962C8B-B14F-4D97-AF65-F5344CB8AC3E}">
        <p14:creationId xmlns:p14="http://schemas.microsoft.com/office/powerpoint/2010/main" val="293257575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4EB5D2-67DF-88A9-BF1A-9DBEB0D058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N" dirty="0"/>
              <a:t>Problems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E5CE92-C3F9-AA47-E285-E6F7DF07951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IN" b="1" dirty="0"/>
              <a:t>Problem 1 : </a:t>
            </a:r>
          </a:p>
          <a:p>
            <a:pPr marL="0" indent="0">
              <a:buNone/>
            </a:pPr>
            <a:r>
              <a:rPr lang="en-IN" dirty="0"/>
              <a:t>Print the following pattern : </a:t>
            </a:r>
          </a:p>
          <a:p>
            <a:pPr marL="0" indent="0">
              <a:buNone/>
            </a:pPr>
            <a:r>
              <a:rPr lang="en-IN" dirty="0"/>
              <a:t>1*2*3*4</a:t>
            </a:r>
          </a:p>
          <a:p>
            <a:pPr marL="0" indent="0">
              <a:buNone/>
            </a:pPr>
            <a:r>
              <a:rPr lang="en-IN" dirty="0"/>
              <a:t>1*2*3</a:t>
            </a:r>
          </a:p>
          <a:p>
            <a:pPr marL="0" indent="0">
              <a:buNone/>
            </a:pPr>
            <a:r>
              <a:rPr lang="en-IN" dirty="0"/>
              <a:t>1*2</a:t>
            </a:r>
          </a:p>
          <a:p>
            <a:pPr marL="0" indent="0">
              <a:buNone/>
            </a:pPr>
            <a:r>
              <a:rPr lang="en-IN" dirty="0"/>
              <a:t>1</a:t>
            </a:r>
          </a:p>
          <a:p>
            <a:pPr marL="0" indent="0">
              <a:buNone/>
            </a:pPr>
            <a:r>
              <a:rPr lang="en-IN" b="1" dirty="0"/>
              <a:t>Problem 2 : </a:t>
            </a:r>
          </a:p>
          <a:p>
            <a:pPr marL="0" indent="0">
              <a:buNone/>
            </a:pPr>
            <a:r>
              <a:rPr lang="en-IN" dirty="0"/>
              <a:t>Print even numbers from 1 to 20 without using if-else condition.</a:t>
            </a:r>
          </a:p>
          <a:p>
            <a:pPr marL="0" indent="0">
              <a:buNone/>
            </a:pPr>
            <a:r>
              <a:rPr lang="en-IN" b="1" dirty="0"/>
              <a:t>Problem 3 : </a:t>
            </a:r>
          </a:p>
          <a:p>
            <a:pPr marL="0" indent="0">
              <a:buNone/>
            </a:pPr>
            <a:r>
              <a:rPr lang="en-IN" dirty="0"/>
              <a:t>Print 10 to 1 using range function.</a:t>
            </a:r>
          </a:p>
          <a:p>
            <a:pPr marL="0" indent="0">
              <a:buNone/>
            </a:pPr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E649DD4-FDC1-4798-AA2E-BB7E02CD79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EF5ED44-2528-A12C-126D-663372A0D7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2607729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08EE62-DC22-0CFB-944A-ED53C1DC5C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Lists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C9FFDDE-2288-DE7B-F49A-BB1022F963F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Containers to store 2 or more items of any datatypes.</a:t>
            </a:r>
          </a:p>
          <a:p>
            <a:r>
              <a:rPr lang="en-IN" dirty="0"/>
              <a:t> Has Index.</a:t>
            </a:r>
          </a:p>
          <a:p>
            <a:r>
              <a:rPr lang="en-IN" dirty="0"/>
              <a:t> </a:t>
            </a:r>
            <a:r>
              <a:rPr lang="en-IN" b="1" dirty="0"/>
              <a:t>Initialization : </a:t>
            </a:r>
            <a:endParaRPr lang="en-IN" dirty="0"/>
          </a:p>
          <a:p>
            <a:pPr lvl="1"/>
            <a:r>
              <a:rPr lang="en-IN" dirty="0"/>
              <a:t> stream = []			# Empty List</a:t>
            </a:r>
          </a:p>
          <a:p>
            <a:pPr lvl="1"/>
            <a:r>
              <a:rPr lang="en-IN" dirty="0"/>
              <a:t> stream = [1,2,3,5,6]		# With same datatype elements</a:t>
            </a:r>
          </a:p>
          <a:p>
            <a:pPr lvl="1"/>
            <a:r>
              <a:rPr lang="en-IN" dirty="0"/>
              <a:t> stream = [1,’ram’,’IT’]	     	# With different datatype elements</a:t>
            </a:r>
          </a:p>
          <a:p>
            <a:r>
              <a:rPr lang="en-IN" dirty="0"/>
              <a:t> </a:t>
            </a:r>
            <a:r>
              <a:rPr lang="en-IN" b="1" dirty="0"/>
              <a:t>Operations : </a:t>
            </a:r>
            <a:endParaRPr lang="en-IN" dirty="0"/>
          </a:p>
          <a:p>
            <a:pPr lvl="1"/>
            <a:r>
              <a:rPr lang="en-IN" dirty="0"/>
              <a:t> append(element) , index(element) , pop(index) , remove(element) , reverse() , count(element) , sort(key,reverse) , copy() , clear()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D373026-9EAC-80CD-CF7B-FCEA913E77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5346489-8D70-3E0A-00B4-E6D8AA9C57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79824101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E6B7FB-2B0B-C22F-AEA6-EB1D5D8803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Problems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DEB1AD2-C1BD-6298-4297-9ECD161E50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</a:t>
            </a:r>
            <a:r>
              <a:rPr lang="en-IN" b="1" dirty="0"/>
              <a:t>Problem 1 : </a:t>
            </a:r>
            <a:r>
              <a:rPr lang="en-IN" dirty="0"/>
              <a:t>Store 10 numbers in a list and print only the even numbers.</a:t>
            </a:r>
          </a:p>
          <a:p>
            <a:r>
              <a:rPr lang="en-IN" dirty="0"/>
              <a:t> </a:t>
            </a:r>
            <a:r>
              <a:rPr lang="en-IN" b="1" dirty="0"/>
              <a:t>Problem 2 : </a:t>
            </a:r>
            <a:r>
              <a:rPr lang="en-IN" dirty="0"/>
              <a:t>Find Duplicate Elements</a:t>
            </a:r>
          </a:p>
          <a:p>
            <a:r>
              <a:rPr lang="en-IN" dirty="0"/>
              <a:t> </a:t>
            </a:r>
            <a:r>
              <a:rPr lang="en-IN" b="1" dirty="0"/>
              <a:t>Problem 3 : </a:t>
            </a:r>
            <a:r>
              <a:rPr lang="en-IN" dirty="0"/>
              <a:t>Find the largest and smallest element in a list of numbers.</a:t>
            </a:r>
          </a:p>
          <a:p>
            <a:r>
              <a:rPr lang="en-IN" dirty="0"/>
              <a:t> </a:t>
            </a:r>
            <a:r>
              <a:rPr lang="en-IN" b="1" dirty="0"/>
              <a:t>Problem 4 : </a:t>
            </a:r>
            <a:r>
              <a:rPr lang="en-IN" dirty="0"/>
              <a:t>Count how many times a given number appears in a list.</a:t>
            </a:r>
          </a:p>
          <a:p>
            <a:pPr lvl="1"/>
            <a:r>
              <a:rPr lang="en-IN" dirty="0"/>
              <a:t>List = [1, 2, 3, 2, 4, 2], Number = 2</a:t>
            </a:r>
          </a:p>
          <a:p>
            <a:pPr lvl="1"/>
            <a:r>
              <a:rPr lang="en-IN" dirty="0"/>
              <a:t>Output: 3</a:t>
            </a:r>
          </a:p>
          <a:p>
            <a:r>
              <a:rPr lang="en-IN" dirty="0"/>
              <a:t> </a:t>
            </a:r>
            <a:r>
              <a:rPr lang="en-IN" b="1" dirty="0"/>
              <a:t>Problem 5 : </a:t>
            </a:r>
            <a:r>
              <a:rPr lang="en-IN" dirty="0"/>
              <a:t>Create a new list containing the squares of all elements in a given list.</a:t>
            </a:r>
          </a:p>
          <a:p>
            <a:r>
              <a:rPr lang="en-IN" dirty="0"/>
              <a:t> </a:t>
            </a:r>
            <a:r>
              <a:rPr lang="en-IN" b="1" dirty="0"/>
              <a:t>Problem 6 : </a:t>
            </a:r>
            <a:r>
              <a:rPr lang="en-IN" dirty="0"/>
              <a:t>Check whether a given number exists in a list or not.</a:t>
            </a:r>
          </a:p>
          <a:p>
            <a:r>
              <a:rPr lang="en-IN" dirty="0"/>
              <a:t> </a:t>
            </a:r>
            <a:r>
              <a:rPr lang="en-IN" b="1" dirty="0"/>
              <a:t>Problem 7 : </a:t>
            </a:r>
            <a:r>
              <a:rPr lang="en-IN" dirty="0"/>
              <a:t>Find the first Duplicate Element.</a:t>
            </a:r>
          </a:p>
          <a:p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06041BA-A271-EF04-C0FA-29D50C655E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4AEC575-9016-798D-B34E-0A10F2E18A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63604336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AA01FD-E07A-5365-0F13-76EF2951E0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Operators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524CDD-4D53-3E22-20DE-4361F2467E6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</a:t>
            </a:r>
            <a:r>
              <a:rPr lang="en-IN" b="1" dirty="0"/>
              <a:t>Types : </a:t>
            </a:r>
            <a:endParaRPr lang="en-IN" dirty="0"/>
          </a:p>
          <a:p>
            <a:pPr lvl="1"/>
            <a:r>
              <a:rPr lang="en-IN" dirty="0"/>
              <a:t> Arithmetic Operator		- 	(+, -, *, /, //, %, **)</a:t>
            </a:r>
          </a:p>
          <a:p>
            <a:pPr lvl="1"/>
            <a:r>
              <a:rPr lang="en-IN" dirty="0"/>
              <a:t> Logical Operator		- 	(and, or, not)</a:t>
            </a:r>
          </a:p>
          <a:p>
            <a:pPr lvl="1"/>
            <a:r>
              <a:rPr lang="en-IN" dirty="0"/>
              <a:t> Comparison Operator		- 	(==, !=, &gt;, &lt;, &lt;=, &gt;=)</a:t>
            </a:r>
          </a:p>
          <a:p>
            <a:pPr lvl="1"/>
            <a:r>
              <a:rPr lang="en-IN" dirty="0"/>
              <a:t> Assignment Operator		- 	(+=, -=, *=, /=, //=, %=, **=)</a:t>
            </a:r>
          </a:p>
          <a:p>
            <a:pPr lvl="1"/>
            <a:r>
              <a:rPr lang="en-IN" dirty="0"/>
              <a:t> Membership Operator		- 	(in, not in)</a:t>
            </a:r>
          </a:p>
          <a:p>
            <a:pPr lvl="1"/>
            <a:r>
              <a:rPr lang="en-IN" dirty="0"/>
              <a:t> Identity Operator		- 	(is, is not)</a:t>
            </a:r>
          </a:p>
          <a:p>
            <a:pPr lvl="1"/>
            <a:r>
              <a:rPr lang="en-IN" dirty="0"/>
              <a:t> Ternary Operator		- 	( if else in-line)</a:t>
            </a:r>
          </a:p>
          <a:p>
            <a:pPr lvl="1"/>
            <a:r>
              <a:rPr lang="en-IN" dirty="0"/>
              <a:t> Binary Operator 		-	(&amp;, |, ^, ~, &lt;&lt;, &gt;&gt;)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979ACBA-B783-E4FC-C01B-CC43EC1AB0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12BA8F7-DE6D-8B33-D0E1-D1FF5B5D34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10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42971073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547DE1-8140-086F-E294-220D7CDABC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String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0C960BF-21A4-51B7-568F-00C7FE779BD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“” and ‘’ both considered as string.</a:t>
            </a:r>
          </a:p>
          <a:p>
            <a:r>
              <a:rPr lang="en-IN" dirty="0"/>
              <a:t> Has Index.</a:t>
            </a:r>
          </a:p>
          <a:p>
            <a:r>
              <a:rPr lang="en-IN" dirty="0"/>
              <a:t> </a:t>
            </a:r>
            <a:r>
              <a:rPr lang="en-IN" b="1" dirty="0"/>
              <a:t>Initialization : </a:t>
            </a:r>
            <a:endParaRPr lang="en-IN" dirty="0"/>
          </a:p>
          <a:p>
            <a:pPr lvl="1"/>
            <a:r>
              <a:rPr lang="en-IN" dirty="0"/>
              <a:t> stream = ‘’ or stream = “”		# Empty String</a:t>
            </a:r>
          </a:p>
          <a:p>
            <a:pPr lvl="1"/>
            <a:r>
              <a:rPr lang="en-IN" dirty="0"/>
              <a:t> stream = ‘hello’ or stream = “hello”	# With characters</a:t>
            </a:r>
          </a:p>
          <a:p>
            <a:r>
              <a:rPr lang="en-IN" dirty="0"/>
              <a:t> </a:t>
            </a:r>
            <a:r>
              <a:rPr lang="en-IN" b="1" dirty="0"/>
              <a:t>Operations : </a:t>
            </a:r>
          </a:p>
          <a:p>
            <a:pPr lvl="1"/>
            <a:r>
              <a:rPr lang="en-IN" dirty="0"/>
              <a:t> split(string) , capitalize() , center(width,string) , count(string) , endswith(string) , find(string) , format(parameters) , index(string) , replace(string,new,count) , strip(string) , upper() , lower() , startswith(string) , …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F8D44EF-30AE-DF30-44A6-07DB9C3823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1A49830-785E-FCB6-8342-076EA2534D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11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28665579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7B6AA8-60AC-8A2C-4715-F7E0093805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Problems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F98D36-22AB-663B-51A9-37C097B7D5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IN" dirty="0"/>
              <a:t> Check Anagram. (Example : listen – silent)</a:t>
            </a:r>
          </a:p>
          <a:p>
            <a:r>
              <a:rPr lang="en-IN" dirty="0"/>
              <a:t> Find Longest Word. (Example : Java is a powerful language, powerful)</a:t>
            </a:r>
          </a:p>
          <a:p>
            <a:r>
              <a:rPr lang="en-IN" dirty="0"/>
              <a:t> Count Digits, Alphabets, and Special Characters.</a:t>
            </a:r>
          </a:p>
          <a:p>
            <a:pPr lvl="1"/>
            <a:r>
              <a:rPr lang="en-IN" dirty="0"/>
              <a:t> Example : Java@123 , </a:t>
            </a:r>
            <a:r>
              <a:rPr lang="en-IN" b="1" dirty="0"/>
              <a:t>o/p : </a:t>
            </a:r>
            <a:r>
              <a:rPr lang="en-IN" dirty="0"/>
              <a:t>Letters: 4,Digits: 3,Special: 1</a:t>
            </a:r>
            <a:endParaRPr lang="en-IN" b="1" dirty="0"/>
          </a:p>
          <a:p>
            <a:r>
              <a:rPr lang="en-IN" b="1" dirty="0"/>
              <a:t> </a:t>
            </a:r>
            <a:r>
              <a:rPr lang="en-IN" dirty="0"/>
              <a:t>Compress a String. (Example : aaabbcccc , a3b2c4)</a:t>
            </a:r>
          </a:p>
          <a:p>
            <a:r>
              <a:rPr lang="en-IN" dirty="0"/>
              <a:t> Check Rotation. (Example : ABCD,CDAB , Rotation)</a:t>
            </a:r>
          </a:p>
          <a:p>
            <a:r>
              <a:rPr lang="en-IN" dirty="0"/>
              <a:t> Reverse Words in a Sentence. </a:t>
            </a:r>
          </a:p>
          <a:p>
            <a:pPr lvl="1"/>
            <a:r>
              <a:rPr lang="en-IN" dirty="0"/>
              <a:t> Example : Java is awesome , </a:t>
            </a:r>
            <a:r>
              <a:rPr lang="en-IN" b="1" dirty="0"/>
              <a:t>o/p : </a:t>
            </a:r>
            <a:r>
              <a:rPr lang="en-IN" dirty="0"/>
              <a:t>awesome is Java</a:t>
            </a:r>
          </a:p>
          <a:p>
            <a:r>
              <a:rPr lang="en-IN" dirty="0"/>
              <a:t> Check Whether Two Strings Differ by One Character.</a:t>
            </a:r>
          </a:p>
          <a:p>
            <a:pPr lvl="1"/>
            <a:r>
              <a:rPr lang="en-IN" dirty="0"/>
              <a:t> Example : book , </a:t>
            </a:r>
            <a:r>
              <a:rPr lang="en-IN" b="1" dirty="0"/>
              <a:t>o/p : </a:t>
            </a:r>
            <a:r>
              <a:rPr lang="en-IN" dirty="0"/>
              <a:t>books</a:t>
            </a:r>
          </a:p>
          <a:p>
            <a:r>
              <a:rPr lang="en-IN" dirty="0"/>
              <a:t> First Non-Repeating Character. (Example : swiss , w)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E042985-39AA-441E-137E-DB4FB5A210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76F60E8-0891-C424-B367-8BD89DB37D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12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06229664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9E576D-E0EF-4A9A-A497-B116890298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Problems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7904B2-BB45-7DD4-98DA-444E7EA08A5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</a:t>
            </a:r>
            <a:r>
              <a:rPr lang="en-IN" b="1" dirty="0"/>
              <a:t>Patterns : </a:t>
            </a:r>
            <a:r>
              <a:rPr lang="en-IN" dirty="0"/>
              <a:t>Square Pattern , Right&amp;Left Triangle , Inverted Right&amp;Left Triangle , Pyramid , Diamond , Binary Triangle , Butterfly Pattern , X Pattern , Palindrome Triangle , Concentric Number Pattern</a:t>
            </a:r>
          </a:p>
          <a:p>
            <a:pPr lvl="1"/>
            <a:r>
              <a:rPr lang="en-IN" dirty="0"/>
              <a:t>Jagged Number Pattern :</a:t>
            </a:r>
            <a:br>
              <a:rPr lang="en-IN" dirty="0"/>
            </a:br>
            <a:r>
              <a:rPr lang="en-IN" dirty="0"/>
              <a:t>1</a:t>
            </a:r>
            <a:br>
              <a:rPr lang="en-IN" dirty="0"/>
            </a:br>
            <a:r>
              <a:rPr lang="en-IN" dirty="0"/>
              <a:t>2 6</a:t>
            </a:r>
            <a:br>
              <a:rPr lang="en-IN" dirty="0"/>
            </a:br>
            <a:r>
              <a:rPr lang="en-IN" dirty="0"/>
              <a:t>3 7 10</a:t>
            </a:r>
            <a:br>
              <a:rPr lang="en-IN" dirty="0"/>
            </a:br>
            <a:r>
              <a:rPr lang="en-IN" dirty="0"/>
              <a:t>4 8 11 13</a:t>
            </a:r>
            <a:br>
              <a:rPr lang="en-IN" dirty="0"/>
            </a:br>
            <a:r>
              <a:rPr lang="en-IN" dirty="0"/>
              <a:t>5 9 12 14 15</a:t>
            </a:r>
          </a:p>
          <a:p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6EC9D5C-7E60-BFC2-E039-64E50C5355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A2E6ECD-A1A0-5B01-634C-6C2B4A3987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13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2522503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FED4A0-085D-A9E8-4607-7501E6F3FB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Dictionary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C4A63C-5EB5-3F88-22DB-F24ADFAE6A9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key-value pairs.</a:t>
            </a:r>
          </a:p>
          <a:p>
            <a:r>
              <a:rPr lang="en-IN" dirty="0"/>
              <a:t> </a:t>
            </a:r>
            <a:r>
              <a:rPr lang="en-IN" b="1" dirty="0"/>
              <a:t>Syntax : </a:t>
            </a:r>
            <a:r>
              <a:rPr lang="en-IN" dirty="0"/>
              <a:t>{key (datatype) : value (datatype)}</a:t>
            </a:r>
          </a:p>
          <a:p>
            <a:r>
              <a:rPr lang="en-IN" dirty="0"/>
              <a:t> </a:t>
            </a:r>
            <a:r>
              <a:rPr lang="en-IN" b="1" dirty="0"/>
              <a:t>Initialization : </a:t>
            </a:r>
          </a:p>
          <a:p>
            <a:pPr lvl="1"/>
            <a:r>
              <a:rPr lang="en-IN" dirty="0"/>
              <a:t> stream = dict()	or stream = {}		# Empty dictionary</a:t>
            </a:r>
          </a:p>
          <a:p>
            <a:pPr lvl="1"/>
            <a:r>
              <a:rPr lang="en-IN" dirty="0"/>
              <a:t> stream = {‘a’:1,’b’:2,’c’:3}		# dictionary with values</a:t>
            </a:r>
          </a:p>
          <a:p>
            <a:r>
              <a:rPr lang="en-IN" dirty="0"/>
              <a:t> </a:t>
            </a:r>
            <a:r>
              <a:rPr lang="en-IN" b="1" dirty="0"/>
              <a:t>Operations : </a:t>
            </a:r>
          </a:p>
          <a:p>
            <a:pPr lvl="1"/>
            <a:r>
              <a:rPr lang="en-IN" dirty="0"/>
              <a:t> keys() , values() , items() , get(key) , update() , pop()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15DD2A2-7326-6ED7-0DEF-45C5E25920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E1BB4E1-0FFB-85C6-8032-8CB80494D0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14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3991703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40BA1B-AE30-E9DB-9F42-D518479C4E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Problems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000117B-4C92-2682-BB17-53238FEC8CB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Count Frequency.</a:t>
            </a:r>
          </a:p>
          <a:p>
            <a:r>
              <a:rPr lang="en-IN" dirty="0"/>
              <a:t> Sort String wrt frequency.</a:t>
            </a:r>
          </a:p>
          <a:p>
            <a:r>
              <a:rPr lang="en-IN" dirty="0"/>
              <a:t> Group Anagrams : stream = ["eat","tea","tan","ate","nat","bat"] ; o/p: {'a1e1t1': ['eat', 'tea', 'ate'], 'a1n1t1': ['tan', 'nat'], 'a1b1t1': ['bat’]}</a:t>
            </a:r>
          </a:p>
          <a:p>
            <a:r>
              <a:rPr lang="en-IN" dirty="0"/>
              <a:t> Grouping. Example : </a:t>
            </a:r>
            <a:r>
              <a:rPr lang="en-GB" dirty="0"/>
              <a:t>{"John":20, "Mary":21, "Tom":20, "Alice":21}; o/p:{ 20:["John","Tom"], 21:["Mary","Alice"]}.</a:t>
            </a:r>
          </a:p>
          <a:p>
            <a:r>
              <a:rPr lang="en-GB" dirty="0"/>
              <a:t> Create largest palindrome.</a:t>
            </a:r>
          </a:p>
          <a:p>
            <a:r>
              <a:rPr lang="en-GB" dirty="0"/>
              <a:t> </a:t>
            </a:r>
            <a:r>
              <a:rPr lang="en-IN" dirty="0"/>
              <a:t>Word Pattern : pattern="abba" , sentence="dog cat cat dog" . o/p : True.</a:t>
            </a:r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99FB754-4A0D-1EF4-66F3-7DB1599171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F447AD7-B2BB-D192-3D19-5623F6209B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15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94928668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FDECB5-3B44-1721-6745-EAFF6CB540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Set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2BFAB8-0061-3D68-E7A1-657D65A7DE7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Unordered unique elements.</a:t>
            </a:r>
          </a:p>
          <a:p>
            <a:r>
              <a:rPr lang="en-IN" dirty="0"/>
              <a:t> </a:t>
            </a:r>
            <a:r>
              <a:rPr lang="en-IN" b="1" dirty="0"/>
              <a:t>Initialization : </a:t>
            </a:r>
          </a:p>
          <a:p>
            <a:pPr lvl="1"/>
            <a:r>
              <a:rPr lang="en-IN" b="1" dirty="0"/>
              <a:t> </a:t>
            </a:r>
            <a:r>
              <a:rPr lang="en-IN" dirty="0"/>
              <a:t>stream = set()			# Empty set</a:t>
            </a:r>
          </a:p>
          <a:p>
            <a:pPr lvl="1"/>
            <a:r>
              <a:rPr lang="en-IN" dirty="0"/>
              <a:t> stream = {1,2,3}		# With values</a:t>
            </a:r>
          </a:p>
          <a:p>
            <a:r>
              <a:rPr lang="en-IN" dirty="0"/>
              <a:t> </a:t>
            </a:r>
            <a:r>
              <a:rPr lang="en-IN" b="1" dirty="0"/>
              <a:t>Operations : </a:t>
            </a:r>
          </a:p>
          <a:p>
            <a:pPr lvl="1"/>
            <a:r>
              <a:rPr lang="en-IN" dirty="0"/>
              <a:t> add(value) , union(iterable) , update(iterable) , difference(iterable) , intersection(iterable)  , intersection_update(iterable) , difference_update(iterable) , copy() , discard(element) , pop() , clear().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0D8C437-7815-F07B-3128-C04DAF18CF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33B0E4C-8022-5F71-3192-A1311D2F3A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16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92838639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C7727E-BA08-9FFE-B2E7-811A03FB4B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Formatting Strings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BD293C-90DE-DD6D-FE2F-477168D68F9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2 types:</a:t>
            </a:r>
          </a:p>
          <a:p>
            <a:pPr lvl="1"/>
            <a:r>
              <a:rPr lang="en-IN" dirty="0"/>
              <a:t> Using Format().</a:t>
            </a:r>
          </a:p>
          <a:p>
            <a:pPr lvl="1"/>
            <a:r>
              <a:rPr lang="en-IN" dirty="0"/>
              <a:t> f-strings.</a:t>
            </a:r>
          </a:p>
          <a:p>
            <a:r>
              <a:rPr lang="en-IN" dirty="0"/>
              <a:t> Allows formatting directly inside a string.</a:t>
            </a:r>
          </a:p>
          <a:p>
            <a:r>
              <a:rPr lang="en-IN" dirty="0"/>
              <a:t> </a:t>
            </a:r>
            <a:r>
              <a:rPr lang="en-IN" b="1" dirty="0"/>
              <a:t>Examples : </a:t>
            </a:r>
          </a:p>
          <a:p>
            <a:pPr lvl="1"/>
            <a:r>
              <a:rPr lang="en-IN" b="1" dirty="0"/>
              <a:t> format() : </a:t>
            </a:r>
            <a:r>
              <a:rPr lang="en-IN" dirty="0"/>
              <a:t>"Name: {name}, Age: {age}".format(name="John", age=25)</a:t>
            </a:r>
          </a:p>
          <a:p>
            <a:pPr lvl="1"/>
            <a:r>
              <a:rPr lang="en-IN" b="1" dirty="0"/>
              <a:t> f-strings : </a:t>
            </a:r>
            <a:r>
              <a:rPr lang="en-IN" dirty="0"/>
              <a:t>f’{2:b}’</a:t>
            </a:r>
          </a:p>
          <a:p>
            <a:r>
              <a:rPr lang="en-IN" b="1" dirty="0"/>
              <a:t> f-String usages : </a:t>
            </a:r>
            <a:r>
              <a:rPr lang="en-IN" dirty="0"/>
              <a:t>Number Formatting ,zero padding , thousand separator , percentage , alignment.</a:t>
            </a:r>
            <a:endParaRPr lang="en-IN" b="1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5CDCE1E-D23F-7EB6-AB12-FCD18C2D14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63064CC-EA70-EDEF-9E04-1CA92CE3D6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17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57278688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8B6DED-16D0-50B6-ACB8-D304DC9ECB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Built-In Functions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8E4BA7-A44F-4451-C2CC-A64D0992A33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Sorting : sorted()</a:t>
            </a:r>
          </a:p>
          <a:p>
            <a:r>
              <a:rPr lang="en-IN" dirty="0"/>
              <a:t> Maximum : max()</a:t>
            </a:r>
          </a:p>
          <a:p>
            <a:r>
              <a:rPr lang="en-IN" dirty="0"/>
              <a:t> Minimum : min()</a:t>
            </a:r>
          </a:p>
          <a:p>
            <a:r>
              <a:rPr lang="en-IN" dirty="0"/>
              <a:t> Filtering : filter()</a:t>
            </a:r>
          </a:p>
          <a:p>
            <a:r>
              <a:rPr lang="en-IN" dirty="0"/>
              <a:t> Mapping : map()</a:t>
            </a:r>
          </a:p>
          <a:p>
            <a:r>
              <a:rPr lang="en-IN" dirty="0"/>
              <a:t> Zip : zip()</a:t>
            </a:r>
          </a:p>
          <a:p>
            <a:r>
              <a:rPr lang="en-IN" dirty="0"/>
              <a:t> All-Filtering : all()</a:t>
            </a:r>
          </a:p>
          <a:p>
            <a:r>
              <a:rPr lang="en-IN" dirty="0"/>
              <a:t> Any-Filtering : any()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1ED2971-6123-D0EB-8C04-2F30F8E81B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3D979BA-C9A0-AFAA-B62A-973379D64E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18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75547591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4EE579-3042-DE43-FD11-D93F7BFDF0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Custom Functions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341C3D-D3B8-288E-250F-8BB47531DF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 Defined using the keyword </a:t>
            </a:r>
            <a:r>
              <a:rPr lang="en-GB" b="1" dirty="0"/>
              <a:t>def</a:t>
            </a:r>
            <a:r>
              <a:rPr lang="en-GB" dirty="0"/>
              <a:t> . </a:t>
            </a:r>
          </a:p>
          <a:p>
            <a:r>
              <a:rPr lang="en-GB" b="1" dirty="0"/>
              <a:t> Syntax : </a:t>
            </a:r>
            <a:r>
              <a:rPr lang="en-GB" dirty="0"/>
              <a:t>def function_name():</a:t>
            </a:r>
          </a:p>
          <a:p>
            <a:r>
              <a:rPr lang="en-GB" b="1" dirty="0"/>
              <a:t> </a:t>
            </a:r>
            <a:r>
              <a:rPr lang="en-GB" dirty="0"/>
              <a:t>each functions may or may not have return type .</a:t>
            </a:r>
          </a:p>
          <a:p>
            <a:r>
              <a:rPr lang="en-GB" dirty="0"/>
              <a:t> function call – function_name()</a:t>
            </a:r>
            <a:endParaRPr lang="en-GB" b="1" dirty="0"/>
          </a:p>
          <a:p>
            <a:endParaRPr lang="en-IN" b="1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7AE428B-2B5A-54E8-56DD-D707BD14DD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3475F66-2B0A-E5D8-323B-C4905E62A4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19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65914611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33EE2A-E291-6B6C-4692-69F438D2D1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Exception Handling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DD8D14-6237-1982-4EB8-681E3F06B37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 </a:t>
            </a:r>
            <a:r>
              <a:rPr lang="en-GB" b="1" dirty="0"/>
              <a:t>keywords : </a:t>
            </a:r>
          </a:p>
          <a:p>
            <a:pPr lvl="1"/>
            <a:r>
              <a:rPr lang="en-GB" dirty="0"/>
              <a:t> try</a:t>
            </a:r>
          </a:p>
          <a:p>
            <a:pPr lvl="1"/>
            <a:r>
              <a:rPr lang="en-GB" dirty="0"/>
              <a:t> except</a:t>
            </a:r>
          </a:p>
          <a:p>
            <a:pPr lvl="1"/>
            <a:r>
              <a:rPr lang="en-GB" dirty="0"/>
              <a:t> else</a:t>
            </a:r>
          </a:p>
          <a:p>
            <a:pPr lvl="1"/>
            <a:r>
              <a:rPr lang="en-GB" dirty="0"/>
              <a:t> finally</a:t>
            </a:r>
            <a:endParaRPr lang="en-IN" dirty="0"/>
          </a:p>
          <a:p>
            <a:r>
              <a:rPr lang="en-IN" dirty="0"/>
              <a:t> </a:t>
            </a:r>
            <a:r>
              <a:rPr lang="en-IN" b="1" dirty="0"/>
              <a:t>try : </a:t>
            </a:r>
            <a:r>
              <a:rPr lang="en-IN" dirty="0"/>
              <a:t>try to execute the block</a:t>
            </a:r>
          </a:p>
          <a:p>
            <a:r>
              <a:rPr lang="en-IN" dirty="0"/>
              <a:t> </a:t>
            </a:r>
            <a:r>
              <a:rPr lang="en-IN" b="1" dirty="0"/>
              <a:t>except : </a:t>
            </a:r>
            <a:r>
              <a:rPr lang="en-IN" dirty="0"/>
              <a:t>executes when the exception occurs</a:t>
            </a:r>
          </a:p>
          <a:p>
            <a:r>
              <a:rPr lang="en-IN" dirty="0"/>
              <a:t> </a:t>
            </a:r>
            <a:r>
              <a:rPr lang="en-IN" b="1" dirty="0"/>
              <a:t>else : </a:t>
            </a:r>
            <a:r>
              <a:rPr lang="en-IN" dirty="0"/>
              <a:t>runs when no exception occurs</a:t>
            </a:r>
          </a:p>
          <a:p>
            <a:r>
              <a:rPr lang="en-IN" dirty="0"/>
              <a:t> </a:t>
            </a:r>
            <a:r>
              <a:rPr lang="en-IN" b="1" dirty="0"/>
              <a:t>finally : </a:t>
            </a:r>
            <a:r>
              <a:rPr lang="en-IN" dirty="0"/>
              <a:t>this block always executes</a:t>
            </a:r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2BD80CB-A028-534E-3E57-441FF63C0A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E5822AE-D486-BA76-0E08-1D718A0A6B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20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48023943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37DABA-6315-8D57-BB48-0E452943FE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Problems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1B7CBC-3FC4-960A-3DED-6D0F670713E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simple calculator which works on any inputs.</a:t>
            </a:r>
          </a:p>
          <a:p>
            <a:r>
              <a:rPr lang="en-IN" dirty="0"/>
              <a:t> invalid input.</a:t>
            </a:r>
          </a:p>
          <a:p>
            <a:r>
              <a:rPr lang="en-IN" dirty="0"/>
              <a:t> string and list indexing.</a:t>
            </a:r>
          </a:p>
          <a:p>
            <a:r>
              <a:rPr lang="en-IN" dirty="0"/>
              <a:t> file operations.</a:t>
            </a:r>
          </a:p>
          <a:p>
            <a:r>
              <a:rPr lang="en-IN" dirty="0"/>
              <a:t> database operations.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93E04A4-1AA9-224D-956E-0338B88C51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FCD9DAB-05EF-3B1B-496B-CCCBE53F0A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21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14516854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CB99E7-F51A-5F8F-0A2B-A1B4E791D2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Modules &amp; Packages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409316D-8C26-7210-C0E1-CFFF704126C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 3 Types of Library Packages &amp; Modules : </a:t>
            </a:r>
          </a:p>
          <a:p>
            <a:pPr lvl="1"/>
            <a:r>
              <a:rPr lang="en-GB" dirty="0"/>
              <a:t> Built-In.</a:t>
            </a:r>
          </a:p>
          <a:p>
            <a:pPr lvl="1"/>
            <a:r>
              <a:rPr lang="en-GB" dirty="0"/>
              <a:t> User-Defined.</a:t>
            </a:r>
          </a:p>
          <a:p>
            <a:pPr lvl="1"/>
            <a:r>
              <a:rPr lang="en-GB" dirty="0"/>
              <a:t> External.</a:t>
            </a:r>
          </a:p>
          <a:p>
            <a:r>
              <a:rPr lang="en-GB" dirty="0"/>
              <a:t> </a:t>
            </a:r>
            <a:r>
              <a:rPr lang="en-GB" b="1" dirty="0"/>
              <a:t>Built-In : </a:t>
            </a:r>
            <a:r>
              <a:rPr lang="en-GB" dirty="0"/>
              <a:t>pre-build python modules (os , datetime , math , random)</a:t>
            </a:r>
            <a:endParaRPr lang="en-GB" b="1" dirty="0"/>
          </a:p>
          <a:p>
            <a:r>
              <a:rPr lang="en-GB" dirty="0"/>
              <a:t> </a:t>
            </a:r>
            <a:r>
              <a:rPr lang="en-GB" b="1" dirty="0"/>
              <a:t>User-Defined : </a:t>
            </a:r>
            <a:r>
              <a:rPr lang="en-IN" dirty="0"/>
              <a:t>custom modules created by developers </a:t>
            </a:r>
            <a:endParaRPr lang="en-GB" dirty="0"/>
          </a:p>
          <a:p>
            <a:r>
              <a:rPr lang="en-GB" dirty="0"/>
              <a:t> </a:t>
            </a:r>
            <a:r>
              <a:rPr lang="en-GB" b="1" dirty="0"/>
              <a:t>External : </a:t>
            </a:r>
            <a:r>
              <a:rPr lang="en-IN" dirty="0"/>
              <a:t>built by independent developers and open-source community . These modules can be installed through the </a:t>
            </a:r>
            <a:r>
              <a:rPr lang="en-IN" b="1" dirty="0"/>
              <a:t>command : pip install </a:t>
            </a:r>
            <a:r>
              <a:rPr lang="en-IN" dirty="0"/>
              <a:t>module</a:t>
            </a:r>
          </a:p>
          <a:p>
            <a:r>
              <a:rPr lang="en-IN" b="1" dirty="0"/>
              <a:t> Importing : </a:t>
            </a:r>
          </a:p>
          <a:p>
            <a:pPr lvl="1"/>
            <a:r>
              <a:rPr lang="en-IN" dirty="0"/>
              <a:t> import module_name</a:t>
            </a:r>
          </a:p>
          <a:p>
            <a:pPr lvl="1"/>
            <a:r>
              <a:rPr lang="en-IN" b="1" dirty="0"/>
              <a:t> </a:t>
            </a:r>
            <a:r>
              <a:rPr lang="en-IN" dirty="0"/>
              <a:t>from module_name import *</a:t>
            </a:r>
            <a:endParaRPr lang="en-GB" b="1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84EDD6F-94F9-AD66-7AD0-71560E0948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30DD123-3895-9857-EA37-0C3847200B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22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78049069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910C82-F4D6-8BAD-4B49-32DCFF9812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Virtual Environment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43EA3C-E07C-5917-5EBD-2B2AB33F4B9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Python Main Environment Types : </a:t>
            </a:r>
          </a:p>
          <a:p>
            <a:pPr lvl="1"/>
            <a:r>
              <a:rPr lang="en-IN" dirty="0"/>
              <a:t> Global Environment.</a:t>
            </a:r>
          </a:p>
          <a:p>
            <a:pPr lvl="1"/>
            <a:r>
              <a:rPr lang="en-IN" dirty="0"/>
              <a:t> Virtual Environment.</a:t>
            </a:r>
          </a:p>
          <a:p>
            <a:r>
              <a:rPr lang="en-IN" dirty="0"/>
              <a:t> Why Virtual Environment?</a:t>
            </a:r>
          </a:p>
          <a:p>
            <a:pPr lvl="1"/>
            <a:r>
              <a:rPr lang="en-IN" dirty="0"/>
              <a:t> numpy 0.0.1 already exists in global environment</a:t>
            </a:r>
          </a:p>
          <a:p>
            <a:pPr lvl="1"/>
            <a:r>
              <a:rPr lang="en-IN" dirty="0"/>
              <a:t> project 1 : requires numpy 0.0.1</a:t>
            </a:r>
          </a:p>
          <a:p>
            <a:pPr lvl="1"/>
            <a:r>
              <a:rPr lang="en-IN" dirty="0"/>
              <a:t> project 2 : requires numpy 0.1.1</a:t>
            </a:r>
          </a:p>
          <a:p>
            <a:pPr lvl="1"/>
            <a:r>
              <a:rPr lang="en-IN" dirty="0"/>
              <a:t> changes version of this package will affect any one of the projects</a:t>
            </a:r>
          </a:p>
          <a:p>
            <a:pPr lvl="1"/>
            <a:r>
              <a:rPr lang="en-IN" dirty="0"/>
              <a:t> to overcome those create project 2 in virtual environment</a:t>
            </a:r>
          </a:p>
          <a:p>
            <a:r>
              <a:rPr lang="en-IN" dirty="0"/>
              <a:t> </a:t>
            </a:r>
            <a:r>
              <a:rPr lang="en-IN" b="1" dirty="0"/>
              <a:t>create VE : </a:t>
            </a:r>
            <a:r>
              <a:rPr lang="en-IN" dirty="0"/>
              <a:t>python –m venv VEname</a:t>
            </a:r>
          </a:p>
          <a:p>
            <a:r>
              <a:rPr lang="en-IN" dirty="0"/>
              <a:t> </a:t>
            </a:r>
            <a:r>
              <a:rPr lang="en-IN" b="1" dirty="0"/>
              <a:t>Activation : </a:t>
            </a:r>
            <a:r>
              <a:rPr lang="en-IN" dirty="0"/>
              <a:t>In cmd change directory to scripts and enter activate.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3D502F0-E14F-C473-977F-40A61FF190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706342E-FF86-F190-355B-93898D5F2A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23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15534592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A56418-8A9A-5805-BCBB-4959E5ABF2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Collections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DD4096-0D2C-E2BF-FF90-6117481C3C0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</a:t>
            </a:r>
            <a:r>
              <a:rPr lang="en-IN" b="1" dirty="0"/>
              <a:t>Import : </a:t>
            </a:r>
            <a:r>
              <a:rPr lang="en-IN" dirty="0"/>
              <a:t>from collections import *</a:t>
            </a:r>
          </a:p>
          <a:p>
            <a:r>
              <a:rPr lang="en-IN" b="1" dirty="0"/>
              <a:t> Counter : </a:t>
            </a:r>
            <a:r>
              <a:rPr lang="en-IN" dirty="0"/>
              <a:t>returns frequency as a dictionary.</a:t>
            </a:r>
          </a:p>
          <a:p>
            <a:r>
              <a:rPr lang="en-IN" b="1" dirty="0"/>
              <a:t> defaultdict : </a:t>
            </a:r>
            <a:r>
              <a:rPr lang="en-IN" dirty="0"/>
              <a:t>dictionary with default key as 0.</a:t>
            </a:r>
          </a:p>
          <a:p>
            <a:r>
              <a:rPr lang="en-IN" b="1" dirty="0"/>
              <a:t> ChainMap : </a:t>
            </a:r>
            <a:r>
              <a:rPr lang="en-IN" dirty="0"/>
              <a:t>for updation it creates a new index not modifies.</a:t>
            </a:r>
          </a:p>
          <a:p>
            <a:r>
              <a:rPr lang="en-IN" b="1" dirty="0"/>
              <a:t> OrderedDict : </a:t>
            </a:r>
            <a:r>
              <a:rPr lang="en-IN" dirty="0"/>
              <a:t>order of the updation not change.</a:t>
            </a:r>
          </a:p>
          <a:p>
            <a:r>
              <a:rPr lang="en-IN" dirty="0"/>
              <a:t> </a:t>
            </a:r>
            <a:r>
              <a:rPr lang="en-IN" b="1" dirty="0"/>
              <a:t>Dequeue : </a:t>
            </a:r>
            <a:r>
              <a:rPr lang="en-IN" dirty="0"/>
              <a:t>Implements Queue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551125C-0612-0BB6-4524-77CDC89E33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1F5E781-B492-4D2E-A425-D3367CBF88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24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84329979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366A88-CFBD-B97A-00EB-C635FE8A19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OS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C53D46-508B-CE03-C0C5-4A07BB8ECD8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b="1" dirty="0"/>
              <a:t> Import : </a:t>
            </a:r>
            <a:r>
              <a:rPr lang="en-IN" dirty="0"/>
              <a:t>import os</a:t>
            </a:r>
          </a:p>
          <a:p>
            <a:r>
              <a:rPr lang="en-IN" b="1" dirty="0"/>
              <a:t> Uses : </a:t>
            </a:r>
            <a:r>
              <a:rPr lang="en-IN" dirty="0"/>
              <a:t>files &amp; folders operations</a:t>
            </a:r>
          </a:p>
          <a:p>
            <a:r>
              <a:rPr lang="en-IN" b="1" dirty="0"/>
              <a:t> Operations : </a:t>
            </a:r>
            <a:r>
              <a:rPr lang="en-IN" dirty="0" err="1"/>
              <a:t>makedir</a:t>
            </a:r>
            <a:r>
              <a:rPr lang="en-IN" dirty="0"/>
              <a:t> , listdir , system , path , startfile , </a:t>
            </a:r>
            <a:r>
              <a:rPr lang="en-IN" dirty="0" err="1"/>
              <a:t>getuser</a:t>
            </a:r>
            <a:r>
              <a:rPr lang="en-IN" dirty="0"/>
              <a:t> , rename , remove , </a:t>
            </a:r>
            <a:r>
              <a:rPr lang="en-IN" dirty="0" err="1"/>
              <a:t>rmdir</a:t>
            </a:r>
            <a:endParaRPr lang="en-IN" dirty="0"/>
          </a:p>
          <a:p>
            <a:r>
              <a:rPr lang="en-IN" b="1" dirty="0"/>
              <a:t> </a:t>
            </a:r>
            <a:r>
              <a:rPr lang="en-IN" dirty="0"/>
              <a:t>also used to execute the </a:t>
            </a:r>
            <a:r>
              <a:rPr lang="en-IN" dirty="0" err="1"/>
              <a:t>cmd</a:t>
            </a:r>
            <a:r>
              <a:rPr lang="en-IN" dirty="0"/>
              <a:t> commands</a:t>
            </a:r>
            <a:endParaRPr lang="en-IN" b="1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8996E58-34C6-D144-C03C-FBE8CD8909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0B8147F-3551-F86D-E2DF-1846143434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25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60916879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4F5D56-38D2-FC34-E6C3-431B49D3B8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Math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23C7B8F-EBE5-9DE4-0F7D-695792180D1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</a:t>
            </a:r>
            <a:r>
              <a:rPr lang="en-IN" b="1" dirty="0"/>
              <a:t>Package : </a:t>
            </a:r>
            <a:r>
              <a:rPr lang="en-IN" dirty="0"/>
              <a:t>math</a:t>
            </a:r>
          </a:p>
          <a:p>
            <a:r>
              <a:rPr lang="en-IN" dirty="0"/>
              <a:t> used for mathematical operations</a:t>
            </a:r>
          </a:p>
          <a:p>
            <a:r>
              <a:rPr lang="en-IN" dirty="0"/>
              <a:t> </a:t>
            </a:r>
            <a:r>
              <a:rPr lang="en-IN" b="1" dirty="0"/>
              <a:t>Functions : </a:t>
            </a:r>
            <a:r>
              <a:rPr lang="en-IN" dirty="0"/>
              <a:t>sqrt() , </a:t>
            </a:r>
            <a:r>
              <a:rPr lang="en-IN" dirty="0" err="1"/>
              <a:t>gcd</a:t>
            </a:r>
            <a:r>
              <a:rPr lang="en-IN" dirty="0"/>
              <a:t>() , lcm() , factorial() , floor() , ceil() , log() , pow() , </a:t>
            </a:r>
            <a:r>
              <a:rPr lang="en-IN"/>
              <a:t>prod() .</a:t>
            </a:r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940098E-A127-E081-A037-48F29067B5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8AD206D-52F3-9A34-127F-2CD8392EBF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26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83346012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F099D4-75DE-2228-3253-ECEEA4A442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Data Generator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99FB1B-936E-83C0-D314-A9D32BEFDC2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</a:t>
            </a:r>
            <a:r>
              <a:rPr lang="en-IN" b="1" dirty="0"/>
              <a:t>Package : </a:t>
            </a:r>
            <a:r>
              <a:rPr lang="en-IN" dirty="0"/>
              <a:t>faker</a:t>
            </a:r>
          </a:p>
          <a:p>
            <a:r>
              <a:rPr lang="en-IN" dirty="0"/>
              <a:t> </a:t>
            </a:r>
            <a:r>
              <a:rPr lang="en-IN" b="1" dirty="0"/>
              <a:t>Usage : </a:t>
            </a:r>
            <a:r>
              <a:rPr lang="en-IN" dirty="0"/>
              <a:t>generates fake data</a:t>
            </a:r>
          </a:p>
          <a:p>
            <a:r>
              <a:rPr lang="en-IN" dirty="0"/>
              <a:t> </a:t>
            </a:r>
            <a:r>
              <a:rPr lang="en-IN" b="1" dirty="0" err="1"/>
              <a:t>cmd</a:t>
            </a:r>
            <a:r>
              <a:rPr lang="en-IN" b="1" dirty="0"/>
              <a:t> : pip install faker</a:t>
            </a:r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07FD7A8-A650-29AB-1F96-AA998CE268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D8E87B5-D318-9AA5-634B-EFDFEA1063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27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68365011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6DD218-3F31-33F2-8CDB-7DA5BBC005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Excel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0E92CE-D89D-F2AE-C187-40E84467AA4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</a:t>
            </a:r>
            <a:r>
              <a:rPr lang="en-IN" b="1" dirty="0"/>
              <a:t>Package : </a:t>
            </a:r>
            <a:r>
              <a:rPr lang="en-IN" dirty="0" err="1"/>
              <a:t>openpyxl</a:t>
            </a:r>
            <a:endParaRPr lang="en-IN" dirty="0"/>
          </a:p>
          <a:p>
            <a:r>
              <a:rPr lang="en-IN" dirty="0"/>
              <a:t> </a:t>
            </a:r>
            <a:r>
              <a:rPr lang="en-IN" b="1" dirty="0"/>
              <a:t>Operations : </a:t>
            </a:r>
            <a:r>
              <a:rPr lang="en-IN" dirty="0"/>
              <a:t>read , write , excel formulas , excel automation</a:t>
            </a:r>
          </a:p>
          <a:p>
            <a:r>
              <a:rPr lang="en-IN" dirty="0"/>
              <a:t> 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5C92561-856D-7F47-3708-294C94D9D3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A544846-71AE-4EED-7C71-69CBD266A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28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92679221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DFE934-FCD7-0FF7-3D48-FE377DC2C4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Datetime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006957-BA22-F06D-3CB4-AD976E5ED1F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 </a:t>
            </a:r>
            <a:r>
              <a:rPr lang="en-GB" b="1" dirty="0"/>
              <a:t>Import : </a:t>
            </a:r>
            <a:r>
              <a:rPr lang="en-GB" dirty="0"/>
              <a:t>import datetime	or	from datetime import *</a:t>
            </a:r>
          </a:p>
          <a:p>
            <a:r>
              <a:rPr lang="en-GB" dirty="0"/>
              <a:t> </a:t>
            </a:r>
            <a:r>
              <a:rPr lang="en-GB" b="1" dirty="0"/>
              <a:t>Uses : </a:t>
            </a:r>
            <a:r>
              <a:rPr lang="en-GB" dirty="0"/>
              <a:t>datetime parser , datetime operations </a:t>
            </a:r>
          </a:p>
          <a:p>
            <a:r>
              <a:rPr lang="en-GB" dirty="0"/>
              <a:t> </a:t>
            </a:r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23E5E67-40AC-20E1-815F-D843004BA1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7832505-4646-07D5-87EB-4E8F6703AB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29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68208369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0072C2-CAC4-C990-6527-C89C83DBC4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Email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6D6ED05-9C2A-02BA-AAD4-D9D580B9118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 </a:t>
            </a:r>
            <a:r>
              <a:rPr lang="en-GB" b="1" dirty="0"/>
              <a:t>Packages : </a:t>
            </a:r>
            <a:r>
              <a:rPr lang="en-GB" dirty="0"/>
              <a:t>smtplib , </a:t>
            </a:r>
            <a:r>
              <a:rPr lang="en-GB" dirty="0" err="1"/>
              <a:t>mimetype</a:t>
            </a:r>
            <a:r>
              <a:rPr lang="en-GB" dirty="0"/>
              <a:t> , email</a:t>
            </a:r>
          </a:p>
          <a:p>
            <a:r>
              <a:rPr lang="en-GB" dirty="0"/>
              <a:t> </a:t>
            </a:r>
            <a:r>
              <a:rPr lang="en-GB" b="1" dirty="0"/>
              <a:t>Uses : </a:t>
            </a:r>
            <a:r>
              <a:rPr lang="en-GB" dirty="0"/>
              <a:t>send simple mail &amp; mail with attachments</a:t>
            </a:r>
          </a:p>
          <a:p>
            <a:r>
              <a:rPr lang="en-GB" dirty="0"/>
              <a:t> </a:t>
            </a:r>
            <a:r>
              <a:rPr lang="en-GB" b="1" dirty="0"/>
              <a:t>Steps : </a:t>
            </a:r>
            <a:endParaRPr lang="en-GB" dirty="0"/>
          </a:p>
          <a:p>
            <a:pPr lvl="1"/>
            <a:r>
              <a:rPr lang="en-GB" dirty="0"/>
              <a:t> create the app password</a:t>
            </a:r>
          </a:p>
          <a:p>
            <a:pPr lvl="1"/>
            <a:r>
              <a:rPr lang="en-GB" dirty="0"/>
              <a:t> two-step verification</a:t>
            </a:r>
          </a:p>
          <a:p>
            <a:pPr lvl="1"/>
            <a:r>
              <a:rPr lang="en-GB" dirty="0"/>
              <a:t> securely store and read the password</a:t>
            </a:r>
          </a:p>
          <a:p>
            <a:pPr lvl="1"/>
            <a:r>
              <a:rPr lang="en-GB" dirty="0"/>
              <a:t> make smtp encrypted connection</a:t>
            </a:r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C9EC30D-1289-FA18-7D84-4F3CF09AC3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42736E2-8304-D2B5-5ADA-5F4CC1D080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30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7902194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07DEEF-0FBD-20D9-2965-3ED3E721BD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MYSQL Connection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381BC6-08E5-488F-AD25-3B559783886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 </a:t>
            </a:r>
            <a:r>
              <a:rPr lang="en-GB" b="1" dirty="0"/>
              <a:t>cmd : pip install </a:t>
            </a:r>
            <a:r>
              <a:rPr lang="en-GB" b="1" dirty="0" err="1"/>
              <a:t>mysql</a:t>
            </a:r>
            <a:r>
              <a:rPr lang="en-GB" b="1" dirty="0"/>
              <a:t>-connector-python</a:t>
            </a:r>
          </a:p>
          <a:p>
            <a:r>
              <a:rPr lang="en-GB" b="1" dirty="0"/>
              <a:t> </a:t>
            </a:r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48C9E58-D3F1-09C7-FE6C-48D612C232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208607B-2CC6-16D0-6988-4DB6A51DD1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31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71376914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317199-3FE4-4011-E431-B733E11096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PDF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17A133-ACB9-E81D-EC4A-0A5A4CF5DEE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</a:t>
            </a:r>
            <a:r>
              <a:rPr lang="en-IN" b="1" dirty="0"/>
              <a:t>Package : </a:t>
            </a:r>
            <a:r>
              <a:rPr lang="en-IN" dirty="0" err="1"/>
              <a:t>pypdf</a:t>
            </a:r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6D2FE4E-A7CE-4D3B-42B3-8DD37D0275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F0277D4-6825-FE55-E325-241E05EE90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32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57253697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537F52-D920-165C-539D-D4323D2D50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Custom Packages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AAE2362-0572-BFD5-F478-A0EF74AB9E1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Create own Packages.</a:t>
            </a:r>
          </a:p>
          <a:p>
            <a:r>
              <a:rPr lang="en-IN" dirty="0"/>
              <a:t> </a:t>
            </a:r>
            <a:r>
              <a:rPr lang="en-IN" b="1" dirty="0"/>
              <a:t>Steps : </a:t>
            </a:r>
          </a:p>
          <a:p>
            <a:pPr lvl="1"/>
            <a:r>
              <a:rPr lang="en-IN" b="1" dirty="0"/>
              <a:t> </a:t>
            </a:r>
            <a:r>
              <a:rPr lang="en-IN" dirty="0"/>
              <a:t>create a folder</a:t>
            </a:r>
          </a:p>
          <a:p>
            <a:pPr lvl="1"/>
            <a:r>
              <a:rPr lang="en-IN" dirty="0"/>
              <a:t> inside that folder add src folder , gitignore , readme , license , venv , pyproject.toml</a:t>
            </a:r>
          </a:p>
          <a:p>
            <a:pPr lvl="1"/>
            <a:r>
              <a:rPr lang="en-IN" dirty="0"/>
              <a:t> pypi account login</a:t>
            </a:r>
          </a:p>
          <a:p>
            <a:pPr lvl="1"/>
            <a:r>
              <a:rPr lang="en-IN" dirty="0"/>
              <a:t> publish the branch in GitHub.</a:t>
            </a:r>
          </a:p>
          <a:p>
            <a:pPr lvl="1"/>
            <a:r>
              <a:rPr lang="en-IN" dirty="0"/>
              <a:t> on cmd push the folder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FE71CE4-9080-389F-EBAC-A28DAE84DA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8D0C57D-0999-D180-8AC1-D9F2F4C92A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33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72412243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46A9CF-2C01-C94A-DFD6-EFFFA8132F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Folder Structure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39D2C2-24AC-AFC4-E450-8CABA8F02A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IN" dirty="0"/>
              <a:t> </a:t>
            </a:r>
            <a:r>
              <a:rPr lang="en-IN" b="1" dirty="0"/>
              <a:t>Example : </a:t>
            </a:r>
            <a:r>
              <a:rPr lang="en-IN" dirty="0"/>
              <a:t>creating a package named customs</a:t>
            </a:r>
          </a:p>
          <a:p>
            <a:r>
              <a:rPr lang="en-IN" dirty="0"/>
              <a:t> </a:t>
            </a:r>
            <a:r>
              <a:rPr lang="en-IN" b="1" dirty="0"/>
              <a:t>Structure : </a:t>
            </a:r>
            <a:endParaRPr lang="en-IN" dirty="0"/>
          </a:p>
          <a:p>
            <a:pPr marL="0" indent="0">
              <a:buNone/>
            </a:pPr>
            <a:r>
              <a:rPr lang="en-IN" dirty="0"/>
              <a:t>	- src</a:t>
            </a:r>
          </a:p>
          <a:p>
            <a:pPr marL="0" indent="0">
              <a:buNone/>
            </a:pPr>
            <a:r>
              <a:rPr lang="en-IN" dirty="0"/>
              <a:t>		- customs</a:t>
            </a:r>
          </a:p>
          <a:p>
            <a:pPr marL="0" indent="0">
              <a:buNone/>
            </a:pPr>
            <a:r>
              <a:rPr lang="en-IN" dirty="0"/>
              <a:t>			- venv</a:t>
            </a:r>
          </a:p>
          <a:p>
            <a:pPr marL="0" indent="0">
              <a:buNone/>
            </a:pPr>
            <a:r>
              <a:rPr lang="en-IN" dirty="0"/>
              <a:t>			- __init__.py</a:t>
            </a:r>
          </a:p>
          <a:p>
            <a:pPr marL="0" indent="0">
              <a:buNone/>
            </a:pPr>
            <a:r>
              <a:rPr lang="en-IN" dirty="0"/>
              <a:t>			- main.py</a:t>
            </a:r>
          </a:p>
          <a:p>
            <a:pPr marL="0" indent="0">
              <a:buNone/>
            </a:pPr>
            <a:r>
              <a:rPr lang="en-IN" dirty="0"/>
              <a:t>	- license</a:t>
            </a:r>
          </a:p>
          <a:p>
            <a:pPr marL="0" indent="0">
              <a:buNone/>
            </a:pPr>
            <a:r>
              <a:rPr lang="en-IN" dirty="0"/>
              <a:t>	- readme</a:t>
            </a:r>
          </a:p>
          <a:p>
            <a:pPr marL="0" indent="0">
              <a:buNone/>
            </a:pPr>
            <a:r>
              <a:rPr lang="en-IN" dirty="0"/>
              <a:t>	- pyproject.toml</a:t>
            </a:r>
          </a:p>
          <a:p>
            <a:pPr marL="0" indent="0">
              <a:buNone/>
            </a:pPr>
            <a:r>
              <a:rPr lang="en-IN" dirty="0"/>
              <a:t>	- .gitignore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367D499-21CA-1608-F638-E9171FD79A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FE49377-ACB1-2199-795C-1989FA4FA7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34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74321150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EA5BDF-9F05-F624-FCF1-39C85E1A3D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Web Development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654F39-106A-8921-8452-34F301506A9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6211910-FFBC-E796-7537-DC267EB214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34CE741-738C-5294-3111-4971DF04E6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35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549157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AC2044-7BC7-BE81-4358-3C5D49931A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GUI Development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841D62-3F38-AD65-B1BF-48BF3A14F8B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 </a:t>
            </a:r>
            <a:r>
              <a:rPr lang="en-GB" b="1" dirty="0"/>
              <a:t>Package : </a:t>
            </a:r>
            <a:r>
              <a:rPr lang="en-GB" dirty="0"/>
              <a:t>customtkinter &amp; </a:t>
            </a:r>
            <a:r>
              <a:rPr lang="en-GB" dirty="0" err="1"/>
              <a:t>tkinter</a:t>
            </a:r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89662F6-22D2-D1A9-DF10-54B94C79C5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FCBC552-3D1D-6F58-3410-DBE1BCE8AF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36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56228744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B7B38D-DCBD-9C6B-CD51-7A408A67FA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Kivy &amp; Kivymd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BFC815-5867-C2BB-884C-F3691F93B01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 </a:t>
            </a:r>
            <a:r>
              <a:rPr lang="en-GB" b="1" dirty="0"/>
              <a:t>cmd : pip install kivy kivymd</a:t>
            </a:r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47B2B24-B4CD-D9F0-D1F0-C426E572C6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EC70CEB-FD02-B13C-90CC-1F1AACC0FC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37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40499084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A40D6B-3A8E-67A6-6A68-010B58DAC4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Problems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A13D08-34E8-FF65-D42D-B7D8201AF8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Valid Parentheses</a:t>
            </a:r>
          </a:p>
          <a:p>
            <a:r>
              <a:rPr lang="en-IN" dirty="0"/>
              <a:t> </a:t>
            </a:r>
            <a:r>
              <a:rPr lang="en-GB" dirty="0"/>
              <a:t>Reverse Vowels of a String</a:t>
            </a:r>
          </a:p>
          <a:p>
            <a:r>
              <a:rPr lang="en-IN" dirty="0"/>
              <a:t> Keyboard Row</a:t>
            </a:r>
          </a:p>
          <a:p>
            <a:r>
              <a:rPr lang="en-IN" dirty="0"/>
              <a:t> Form words in diagonal flow</a:t>
            </a:r>
          </a:p>
          <a:p>
            <a:r>
              <a:rPr lang="en-IN" dirty="0"/>
              <a:t> Equal Score Substrings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E75C686-45D5-51B5-CE9B-92CFD65EA4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E967A4D-DE2A-311F-9BB5-EC319655B7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38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943109998"/>
      </p:ext>
    </p:extLst>
  </p:cSld>
  <p:clrMapOvr>
    <a:masterClrMapping/>
  </p:clrMapOvr>
</p:sld>
</file>

<file path=ppt/theme/theme1.xml><?xml version="1.0" encoding="utf-8"?>
<a:theme xmlns:a="http://schemas.openxmlformats.org/drawingml/2006/main" name="AgnieOfficeTheme">
  <a:themeElements>
    <a:clrScheme name="Company Layout">
      <a:dk1>
        <a:sysClr val="windowText" lastClr="000000"/>
      </a:dk1>
      <a:lt1>
        <a:sysClr val="window" lastClr="FFFFFF"/>
      </a:lt1>
      <a:dk2>
        <a:srgbClr val="ADB9C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Custom 2">
      <a:majorFont>
        <a:latin typeface="Times New Roman"/>
        <a:ea typeface="Calibri"/>
        <a:cs typeface=""/>
      </a:majorFont>
      <a:minorFont>
        <a:latin typeface="Times New Roman"/>
        <a:ea typeface="Calibri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AgnieOfficeTheme" id="{E5032D58-9DCC-4681-929A-F52FCF2F69ED}" vid="{EBDE8A89-788C-49E1-B943-98227BB0B105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AgnieOfficeTheme</Template>
  <TotalTime>4403</TotalTime>
  <Words>2452</Words>
  <Application>Microsoft Office PowerPoint</Application>
  <PresentationFormat>Widescreen</PresentationFormat>
  <Paragraphs>371</Paragraphs>
  <Slides>38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38</vt:i4>
      </vt:variant>
    </vt:vector>
  </HeadingPairs>
  <TitlesOfParts>
    <vt:vector size="44" baseType="lpstr">
      <vt:lpstr>Arial</vt:lpstr>
      <vt:lpstr>Calibri</vt:lpstr>
      <vt:lpstr>Courier New</vt:lpstr>
      <vt:lpstr>Times New Roman</vt:lpstr>
      <vt:lpstr>Wingdings</vt:lpstr>
      <vt:lpstr>AgnieOfficeTheme</vt:lpstr>
      <vt:lpstr>Python Class</vt:lpstr>
      <vt:lpstr>1. Input &amp; Output</vt:lpstr>
      <vt:lpstr>Example (end=‘\n’)</vt:lpstr>
      <vt:lpstr>Example (Sep=‘ ’)</vt:lpstr>
      <vt:lpstr>For loop &amp; range()</vt:lpstr>
      <vt:lpstr>Example (range())</vt:lpstr>
      <vt:lpstr>Problems</vt:lpstr>
      <vt:lpstr>Lists</vt:lpstr>
      <vt:lpstr>Problems</vt:lpstr>
      <vt:lpstr>Operators</vt:lpstr>
      <vt:lpstr>String</vt:lpstr>
      <vt:lpstr>Problems</vt:lpstr>
      <vt:lpstr>Problems</vt:lpstr>
      <vt:lpstr>Dictionary</vt:lpstr>
      <vt:lpstr>Problems</vt:lpstr>
      <vt:lpstr>Set</vt:lpstr>
      <vt:lpstr>Formatting Strings</vt:lpstr>
      <vt:lpstr>Built-In Functions</vt:lpstr>
      <vt:lpstr>Custom Functions</vt:lpstr>
      <vt:lpstr>Exception Handling</vt:lpstr>
      <vt:lpstr>Problems</vt:lpstr>
      <vt:lpstr>Modules &amp; Packages</vt:lpstr>
      <vt:lpstr>Virtual Environment</vt:lpstr>
      <vt:lpstr>Collections</vt:lpstr>
      <vt:lpstr>OS</vt:lpstr>
      <vt:lpstr>Math</vt:lpstr>
      <vt:lpstr>Data Generator</vt:lpstr>
      <vt:lpstr>Excel</vt:lpstr>
      <vt:lpstr>Datetime</vt:lpstr>
      <vt:lpstr>Email</vt:lpstr>
      <vt:lpstr>MYSQL Connection</vt:lpstr>
      <vt:lpstr>PDF</vt:lpstr>
      <vt:lpstr>Custom Packages</vt:lpstr>
      <vt:lpstr>Folder Structure</vt:lpstr>
      <vt:lpstr>Web Development</vt:lpstr>
      <vt:lpstr>GUI Development</vt:lpstr>
      <vt:lpstr>Kivy &amp; Kivymd</vt:lpstr>
      <vt:lpstr>Problems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Nikish Daniel Y</dc:creator>
  <cp:lastModifiedBy>Nikish Daniel Y</cp:lastModifiedBy>
  <cp:revision>61</cp:revision>
  <dcterms:created xsi:type="dcterms:W3CDTF">2026-06-08T08:32:33Z</dcterms:created>
  <dcterms:modified xsi:type="dcterms:W3CDTF">2026-07-24T12:28:37Z</dcterms:modified>
</cp:coreProperties>
</file>