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0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2" r:id="rId26"/>
    <p:sldId id="292" r:id="rId27"/>
    <p:sldId id="291" r:id="rId28"/>
    <p:sldId id="286" r:id="rId29"/>
    <p:sldId id="283" r:id="rId30"/>
    <p:sldId id="288" r:id="rId31"/>
    <p:sldId id="275" r:id="rId32"/>
    <p:sldId id="287" r:id="rId33"/>
    <p:sldId id="280" r:id="rId34"/>
    <p:sldId id="290" r:id="rId35"/>
    <p:sldId id="279" r:id="rId36"/>
    <p:sldId id="284" r:id="rId37"/>
    <p:sldId id="285" r:id="rId38"/>
    <p:sldId id="293" r:id="rId39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07-08-2026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07-08-2026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numpy 0.0.1 already exists in global environment</a:t>
            </a:r>
          </a:p>
          <a:p>
            <a:pPr lvl="1"/>
            <a:r>
              <a:rPr lang="en-IN" dirty="0"/>
              <a:t> project 1 : requires numpy 0.0.1</a:t>
            </a:r>
          </a:p>
          <a:p>
            <a:pPr lvl="1"/>
            <a:r>
              <a:rPr lang="en-IN" dirty="0"/>
              <a:t> project 2 : requires numpy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 err="1"/>
              <a:t>makedir</a:t>
            </a:r>
            <a:r>
              <a:rPr lang="en-IN" dirty="0"/>
              <a:t> , listdir , system , path , startfile , </a:t>
            </a:r>
            <a:r>
              <a:rPr lang="en-IN" dirty="0" err="1"/>
              <a:t>getuser</a:t>
            </a:r>
            <a:r>
              <a:rPr lang="en-IN" dirty="0"/>
              <a:t> , rename , remove , </a:t>
            </a:r>
            <a:r>
              <a:rPr lang="en-IN" dirty="0" err="1"/>
              <a:t>rmdir</a:t>
            </a:r>
            <a:endParaRPr lang="en-IN" dirty="0"/>
          </a:p>
          <a:p>
            <a:r>
              <a:rPr lang="en-IN" b="1" dirty="0"/>
              <a:t> </a:t>
            </a:r>
            <a:r>
              <a:rPr lang="en-IN" dirty="0"/>
              <a:t>also used to execute the </a:t>
            </a:r>
            <a:r>
              <a:rPr lang="en-IN" dirty="0" err="1"/>
              <a:t>cmd</a:t>
            </a:r>
            <a:r>
              <a:rPr lang="en-IN" dirty="0"/>
              <a:t> commands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</a:t>
            </a:r>
            <a:r>
              <a:rPr lang="en-IN" dirty="0" err="1"/>
              <a:t>gcd</a:t>
            </a:r>
            <a:r>
              <a:rPr lang="en-IN" dirty="0"/>
              <a:t>() , lcm() , factorial() , floor() , ceil() , log() , pow() , </a:t>
            </a:r>
            <a:r>
              <a:rPr lang="en-IN"/>
              <a:t>prod() 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 err="1"/>
              <a:t>cmd</a:t>
            </a:r>
            <a:r>
              <a:rPr lang="en-IN" b="1" dirty="0"/>
              <a:t>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 err="1"/>
              <a:t>openpyxl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</a:t>
            </a:r>
            <a:r>
              <a:rPr lang="en-IN" dirty="0" err="1"/>
              <a:t>WorkBook</a:t>
            </a:r>
            <a:r>
              <a:rPr lang="en-IN" dirty="0"/>
              <a:t> , Add </a:t>
            </a:r>
            <a:r>
              <a:rPr lang="en-IN" dirty="0" err="1"/>
              <a:t>WorkSheets</a:t>
            </a:r>
            <a:r>
              <a:rPr lang="en-IN" dirty="0"/>
              <a:t> , Rename Sheets , Create Tables.</a:t>
            </a:r>
          </a:p>
          <a:p>
            <a:pPr lvl="1"/>
            <a:r>
              <a:rPr lang="en-IN" dirty="0"/>
              <a:t> When the </a:t>
            </a:r>
            <a:r>
              <a:rPr lang="en-IN" dirty="0" err="1"/>
              <a:t>WorkBook</a:t>
            </a:r>
            <a:r>
              <a:rPr lang="en-IN" dirty="0"/>
              <a:t> exists , load </a:t>
            </a:r>
            <a:r>
              <a:rPr lang="en-IN" dirty="0" err="1"/>
              <a:t>WorkBook</a:t>
            </a:r>
            <a:r>
              <a:rPr lang="en-IN" dirty="0"/>
              <a:t>.</a:t>
            </a:r>
          </a:p>
          <a:p>
            <a:pPr lvl="1"/>
            <a:r>
              <a:rPr lang="en-IN" dirty="0"/>
              <a:t> Within </a:t>
            </a:r>
            <a:r>
              <a:rPr lang="en-IN" dirty="0" err="1"/>
              <a:t>WorkSheets</a:t>
            </a:r>
            <a:r>
              <a:rPr lang="en-IN" dirty="0"/>
              <a:t> add the data and read data.</a:t>
            </a:r>
          </a:p>
          <a:p>
            <a:pPr lvl="1"/>
            <a:r>
              <a:rPr lang="en-IN" dirty="0"/>
              <a:t> Save the </a:t>
            </a:r>
            <a:r>
              <a:rPr lang="en-IN" dirty="0" err="1"/>
              <a:t>WorkBook</a:t>
            </a:r>
            <a:r>
              <a:rPr lang="en-IN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datetime parser , datetime operations </a:t>
            </a:r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</a:t>
            </a:r>
            <a:r>
              <a:rPr lang="en-GB" dirty="0" err="1"/>
              <a:t>mimetype</a:t>
            </a:r>
            <a:r>
              <a:rPr lang="en-GB" dirty="0"/>
              <a:t>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</a:t>
            </a:r>
          </a:p>
          <a:p>
            <a:pPr lvl="1"/>
            <a:r>
              <a:rPr lang="en-GB" dirty="0"/>
              <a:t> two-step verification</a:t>
            </a:r>
          </a:p>
          <a:p>
            <a:pPr lvl="1"/>
            <a:r>
              <a:rPr lang="en-GB" dirty="0"/>
              <a:t> securely store and read the password</a:t>
            </a:r>
          </a:p>
          <a:p>
            <a:pPr lvl="1"/>
            <a:r>
              <a:rPr lang="en-GB" dirty="0"/>
              <a:t> make smtp encrypted connection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</a:t>
            </a:r>
          </a:p>
          <a:p>
            <a:pPr lvl="1"/>
            <a:r>
              <a:rPr lang="en-GB" dirty="0"/>
              <a:t> Connection Pooling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b="1" dirty="0"/>
              <a:t> </a:t>
            </a:r>
            <a:r>
              <a:rPr lang="en-IN" dirty="0" err="1"/>
              <a:t>pypdf</a:t>
            </a:r>
            <a:endParaRPr lang="en-IN" dirty="0"/>
          </a:p>
          <a:p>
            <a:pPr lvl="1"/>
            <a:r>
              <a:rPr lang="en-IN" dirty="0"/>
              <a:t> fpdf2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borb</a:t>
            </a:r>
            <a:endParaRPr lang="en-IN" dirty="0"/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src folder , gitignore , readme , license , venv , pyproject.toml</a:t>
            </a:r>
          </a:p>
          <a:p>
            <a:pPr lvl="1"/>
            <a:r>
              <a:rPr lang="en-IN" dirty="0"/>
              <a:t> pypi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</a:t>
            </a:r>
            <a:r>
              <a:rPr lang="en-GB" dirty="0" err="1"/>
              <a:t>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Kivy &amp; 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kivy 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</a:t>
            </a:r>
          </a:p>
          <a:p>
            <a:r>
              <a:rPr lang="en-IN" dirty="0"/>
              <a:t> </a:t>
            </a:r>
            <a:r>
              <a:rPr lang="en-GB" dirty="0"/>
              <a:t>Reverse Vowels of a String</a:t>
            </a:r>
          </a:p>
          <a:p>
            <a:r>
              <a:rPr lang="en-IN" dirty="0"/>
              <a:t> Keyboard Row</a:t>
            </a:r>
          </a:p>
          <a:p>
            <a:r>
              <a:rPr lang="en-IN" dirty="0"/>
              <a:t> Form words in diagonal flow</a:t>
            </a:r>
          </a:p>
          <a:p>
            <a:r>
              <a:rPr lang="en-IN" dirty="0"/>
              <a:t> Equal Score Substrings</a:t>
            </a:r>
          </a:p>
          <a:p>
            <a:r>
              <a:rPr lang="en-IN" dirty="0"/>
              <a:t> Zigzag Conversion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4604</TotalTime>
  <Words>2515</Words>
  <Application>Microsoft Office PowerPoint</Application>
  <PresentationFormat>Widescreen</PresentationFormat>
  <Paragraphs>383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PDF</vt:lpstr>
      <vt:lpstr>Custom Packages</vt:lpstr>
      <vt:lpstr>Folder Structure</vt:lpstr>
      <vt:lpstr>Web Development</vt:lpstr>
      <vt:lpstr>GUI Development</vt:lpstr>
      <vt:lpstr>Kivy &amp; Kivymd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64</cp:revision>
  <dcterms:created xsi:type="dcterms:W3CDTF">2026-06-08T08:32:33Z</dcterms:created>
  <dcterms:modified xsi:type="dcterms:W3CDTF">2026-08-07T12:30:29Z</dcterms:modified>
</cp:coreProperties>
</file>