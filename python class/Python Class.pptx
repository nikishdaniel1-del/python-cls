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93" r:id="rId36"/>
    <p:sldId id="279" r:id="rId37"/>
    <p:sldId id="284" r:id="rId38"/>
    <p:sldId id="285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11-08-2026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11-08-2026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/>
              <a:t>cmd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borb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4967</TotalTime>
  <Words>2596</Words>
  <Application>Microsoft Office PowerPoint</Application>
  <PresentationFormat>Widescreen</PresentationFormat>
  <Paragraphs>388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Problems</vt:lpstr>
      <vt:lpstr>Web Development</vt:lpstr>
      <vt:lpstr>GUI Development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70</cp:revision>
  <dcterms:created xsi:type="dcterms:W3CDTF">2026-06-08T08:32:33Z</dcterms:created>
  <dcterms:modified xsi:type="dcterms:W3CDTF">2026-08-11T12:31:27Z</dcterms:modified>
</cp:coreProperties>
</file>