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1" r:id="rId22"/>
    <p:sldId id="278" r:id="rId23"/>
    <p:sldId id="273" r:id="rId24"/>
    <p:sldId id="283" r:id="rId25"/>
    <p:sldId id="282" r:id="rId26"/>
    <p:sldId id="275" r:id="rId27"/>
    <p:sldId id="286" r:id="rId28"/>
    <p:sldId id="287" r:id="rId29"/>
    <p:sldId id="288" r:id="rId30"/>
    <p:sldId id="280" r:id="rId31"/>
    <p:sldId id="279" r:id="rId32"/>
    <p:sldId id="284" r:id="rId33"/>
    <p:sldId id="285" r:id="rId3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09-07-2026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09-07-2026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</a:t>
            </a:r>
            <a:r>
              <a:rPr lang="en-IN" dirty="0" err="1"/>
              <a:t>Right&amp;Left</a:t>
            </a:r>
            <a:r>
              <a:rPr lang="en-IN" dirty="0"/>
              <a:t> Triangle , Pyramid , Diamond , Binary Triangle , Butterfly Pattern , X Pattern , Palindrome Triangle , Sandglass Pattern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Group Anagrams : stream = ["eat","tea","tan","ate","</a:t>
            </a:r>
            <a:r>
              <a:rPr lang="en-IN" dirty="0" err="1"/>
              <a:t>nat</a:t>
            </a:r>
            <a:r>
              <a:rPr lang="en-IN" dirty="0"/>
              <a:t>","bat"] ; o/p: {'a1e1t1': ['eat', 'tea', 'ate'], 'a1n1t1': ['tan', '</a:t>
            </a:r>
            <a:r>
              <a:rPr lang="en-IN" dirty="0" err="1"/>
              <a:t>nat</a:t>
            </a:r>
            <a:r>
              <a:rPr lang="en-IN" dirty="0"/>
              <a:t>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  <a:r>
              <a:rPr lang="en-IN" dirty="0" err="1"/>
              <a:t>intersection_update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</a:t>
            </a:r>
            <a:r>
              <a:rPr lang="en-IN" dirty="0" err="1"/>
              <a:t>difference_update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</a:t>
            </a:r>
            <a:r>
              <a:rPr lang="en-GB" dirty="0" err="1"/>
              <a:t>function_name</a:t>
            </a:r>
            <a:r>
              <a:rPr lang="en-GB" dirty="0"/>
              <a:t>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</a:t>
            </a:r>
            <a:r>
              <a:rPr lang="en-GB" dirty="0" err="1"/>
              <a:t>function_name</a:t>
            </a:r>
            <a:r>
              <a:rPr lang="en-GB"/>
              <a:t>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functions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</a:t>
            </a:r>
            <a:r>
              <a:rPr lang="en-IN" dirty="0" err="1"/>
              <a:t>numpy</a:t>
            </a:r>
            <a:r>
              <a:rPr lang="en-IN" dirty="0"/>
              <a:t> 0.0.1 already exists in global environment</a:t>
            </a:r>
          </a:p>
          <a:p>
            <a:pPr lvl="1"/>
            <a:r>
              <a:rPr lang="en-IN" dirty="0"/>
              <a:t> project 1 : requires </a:t>
            </a:r>
            <a:r>
              <a:rPr lang="en-IN" dirty="0" err="1"/>
              <a:t>numpy</a:t>
            </a:r>
            <a:r>
              <a:rPr lang="en-IN" dirty="0"/>
              <a:t> 0.0.1</a:t>
            </a:r>
          </a:p>
          <a:p>
            <a:pPr lvl="1"/>
            <a:r>
              <a:rPr lang="en-IN" dirty="0"/>
              <a:t> project 2 : requires </a:t>
            </a:r>
            <a:r>
              <a:rPr lang="en-IN" dirty="0" err="1"/>
              <a:t>numpy</a:t>
            </a:r>
            <a:r>
              <a:rPr lang="en-IN" dirty="0"/>
              <a:t>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Vename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</a:t>
            </a:r>
            <a:r>
              <a:rPr lang="en-IN" dirty="0" err="1"/>
              <a:t>cmd</a:t>
            </a:r>
            <a:r>
              <a:rPr lang="en-IN" dirty="0"/>
              <a:t>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</a:t>
            </a:r>
            <a:r>
              <a:rPr lang="en-GB" dirty="0" err="1"/>
              <a:t>os</a:t>
            </a:r>
            <a:r>
              <a:rPr lang="en-GB" dirty="0"/>
              <a:t>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</a:t>
            </a:r>
            <a:r>
              <a:rPr lang="en-IN" b="1" dirty="0" err="1"/>
              <a:t>defaultdict</a:t>
            </a:r>
            <a:r>
              <a:rPr lang="en-IN" b="1" dirty="0"/>
              <a:t>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</a:t>
            </a:r>
            <a:r>
              <a:rPr lang="en-IN" dirty="0" err="1"/>
              <a:t>src</a:t>
            </a:r>
            <a:r>
              <a:rPr lang="en-IN" dirty="0"/>
              <a:t> folder , </a:t>
            </a:r>
            <a:r>
              <a:rPr lang="en-IN" dirty="0" err="1"/>
              <a:t>gitignore</a:t>
            </a:r>
            <a:r>
              <a:rPr lang="en-IN" dirty="0"/>
              <a:t> , readme , license , </a:t>
            </a:r>
            <a:r>
              <a:rPr lang="en-IN" dirty="0" err="1"/>
              <a:t>venv</a:t>
            </a:r>
            <a:r>
              <a:rPr lang="en-IN" dirty="0"/>
              <a:t> , </a:t>
            </a:r>
            <a:r>
              <a:rPr lang="en-IN" dirty="0" err="1"/>
              <a:t>pyproject.toml</a:t>
            </a:r>
            <a:endParaRPr lang="en-IN" dirty="0"/>
          </a:p>
          <a:p>
            <a:pPr lvl="1"/>
            <a:r>
              <a:rPr lang="en-IN" dirty="0"/>
              <a:t> </a:t>
            </a:r>
            <a:r>
              <a:rPr lang="en-IN" dirty="0" err="1"/>
              <a:t>pypi</a:t>
            </a:r>
            <a:r>
              <a:rPr lang="en-IN" dirty="0"/>
              <a:t> account login</a:t>
            </a:r>
          </a:p>
          <a:p>
            <a:pPr lvl="1"/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&amp; 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CustomTkinter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customtkinter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Kivy</a:t>
            </a:r>
            <a:r>
              <a:rPr lang="en-GB" dirty="0"/>
              <a:t> &amp; </a:t>
            </a:r>
            <a:r>
              <a:rPr lang="en-GB" dirty="0" err="1"/>
              <a:t>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kivy</a:t>
            </a:r>
            <a:r>
              <a:rPr lang="en-GB" b="1" dirty="0"/>
              <a:t> </a:t>
            </a:r>
            <a:r>
              <a:rPr lang="en-GB" b="1" dirty="0" err="1"/>
              <a:t>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2245</TotalTime>
  <Words>2046</Words>
  <Application>Microsoft Office PowerPoint</Application>
  <PresentationFormat>Widescreen</PresentationFormat>
  <Paragraphs>299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Virtual Environment</vt:lpstr>
      <vt:lpstr>Modules &amp; Packages</vt:lpstr>
      <vt:lpstr>Collections</vt:lpstr>
      <vt:lpstr>Datetime</vt:lpstr>
      <vt:lpstr>OS</vt:lpstr>
      <vt:lpstr>MYSQL Connection</vt:lpstr>
      <vt:lpstr>Excel</vt:lpstr>
      <vt:lpstr>PDF</vt:lpstr>
      <vt:lpstr>Email</vt:lpstr>
      <vt:lpstr>Custom Packages</vt:lpstr>
      <vt:lpstr>Web &amp; GUI Development</vt:lpstr>
      <vt:lpstr>CustomTkinter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40</cp:revision>
  <dcterms:created xsi:type="dcterms:W3CDTF">2026-06-08T08:32:33Z</dcterms:created>
  <dcterms:modified xsi:type="dcterms:W3CDTF">2026-07-09T12:33:15Z</dcterms:modified>
</cp:coreProperties>
</file>