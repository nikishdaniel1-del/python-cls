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91" r:id="rId28"/>
    <p:sldId id="286" r:id="rId29"/>
    <p:sldId id="283" r:id="rId30"/>
    <p:sldId id="288" r:id="rId31"/>
    <p:sldId id="275" r:id="rId32"/>
    <p:sldId id="287" r:id="rId33"/>
    <p:sldId id="280" r:id="rId34"/>
    <p:sldId id="290" r:id="rId35"/>
    <p:sldId id="293" r:id="rId36"/>
    <p:sldId id="279" r:id="rId37"/>
    <p:sldId id="284" r:id="rId38"/>
    <p:sldId id="285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14-08-2026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/>
              <a:t>cmd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Packages : </a:t>
            </a:r>
          </a:p>
          <a:p>
            <a:pPr lvl="1"/>
            <a:r>
              <a:rPr lang="en-IN" dirty="0"/>
              <a:t> fpdf2 (Creating PDF’s).</a:t>
            </a:r>
          </a:p>
          <a:p>
            <a:pPr lvl="1"/>
            <a:r>
              <a:rPr lang="en-IN" dirty="0"/>
              <a:t> borb (Advanced module for Creating &amp; Reading PDF’s).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</a:p>
          <a:p>
            <a:pPr lvl="1"/>
            <a:r>
              <a:rPr lang="en-IN" dirty="0"/>
              <a:t> Creating PDF ,  Adding Pages , Font Styles , Table Creation , Image Import , etc.,.</a:t>
            </a:r>
          </a:p>
          <a:p>
            <a:pPr lvl="1"/>
            <a:r>
              <a:rPr lang="en-IN" dirty="0"/>
              <a:t> PDF’s with Input Features.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folder.</a:t>
            </a:r>
          </a:p>
          <a:p>
            <a:pPr lvl="1"/>
            <a:r>
              <a:rPr lang="en-IN" dirty="0"/>
              <a:t> inside that folder add src folder , gitignore , readme , license , venv , pyproject.toml.</a:t>
            </a:r>
          </a:p>
          <a:p>
            <a:pPr lvl="1"/>
            <a:r>
              <a:rPr lang="en-IN" dirty="0"/>
              <a:t> pypi account login.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5203</TotalTime>
  <Words>2596</Words>
  <Application>Microsoft Office PowerPoint</Application>
  <PresentationFormat>Widescreen</PresentationFormat>
  <Paragraphs>388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PDF</vt:lpstr>
      <vt:lpstr>Custom Packages</vt:lpstr>
      <vt:lpstr>Folder Structure</vt:lpstr>
      <vt:lpstr>Problems</vt:lpstr>
      <vt:lpstr>Web Development</vt:lpstr>
      <vt:lpstr>GUI Development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70</cp:revision>
  <dcterms:created xsi:type="dcterms:W3CDTF">2026-06-08T08:32:33Z</dcterms:created>
  <dcterms:modified xsi:type="dcterms:W3CDTF">2026-08-14T12:29:59Z</dcterms:modified>
</cp:coreProperties>
</file>