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86" r:id="rId28"/>
    <p:sldId id="291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17-07-2026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17-07-2026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getuid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pypdf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Form words in diagonal flow</a:t>
            </a:r>
          </a:p>
          <a:p>
            <a:r>
              <a:rPr lang="en-IN" dirty="0"/>
              <a:t> Equal Score Substrings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3337</TotalTime>
  <Words>2375</Words>
  <Application>Microsoft Office PowerPoint</Application>
  <PresentationFormat>Widescreen</PresentationFormat>
  <Paragraphs>361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Data Generator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53</cp:revision>
  <dcterms:created xsi:type="dcterms:W3CDTF">2026-06-08T08:32:33Z</dcterms:created>
  <dcterms:modified xsi:type="dcterms:W3CDTF">2026-07-17T12:31:30Z</dcterms:modified>
</cp:coreProperties>
</file>