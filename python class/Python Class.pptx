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77" r:id="rId21"/>
    <p:sldId id="289" r:id="rId22"/>
    <p:sldId id="278" r:id="rId23"/>
    <p:sldId id="281" r:id="rId24"/>
    <p:sldId id="273" r:id="rId25"/>
    <p:sldId id="283" r:id="rId26"/>
    <p:sldId id="282" r:id="rId27"/>
    <p:sldId id="288" r:id="rId28"/>
    <p:sldId id="275" r:id="rId29"/>
    <p:sldId id="286" r:id="rId30"/>
    <p:sldId id="287" r:id="rId31"/>
    <p:sldId id="280" r:id="rId32"/>
    <p:sldId id="290" r:id="rId33"/>
    <p:sldId id="279" r:id="rId34"/>
    <p:sldId id="284" r:id="rId35"/>
    <p:sldId id="285" r:id="rId36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13-07-2026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13-07-2026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</a:t>
            </a:r>
            <a:r>
              <a:rPr lang="en-IN" dirty="0" err="1"/>
              <a:t>Right&amp;Left</a:t>
            </a:r>
            <a:r>
              <a:rPr lang="en-IN" dirty="0"/>
              <a:t> Triangle , Pyramid , Diamond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Group Anagrams : stream = ["eat","tea","tan","ate","</a:t>
            </a:r>
            <a:r>
              <a:rPr lang="en-IN" dirty="0" err="1"/>
              <a:t>nat</a:t>
            </a:r>
            <a:r>
              <a:rPr lang="en-IN" dirty="0"/>
              <a:t>","bat"] ; o/p: {'a1e1t1': ['eat', 'tea', 'ate'], 'a1n1t1': ['tan', '</a:t>
            </a:r>
            <a:r>
              <a:rPr lang="en-IN" dirty="0" err="1"/>
              <a:t>nat</a:t>
            </a:r>
            <a:r>
              <a:rPr lang="en-IN" dirty="0"/>
              <a:t>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  <a:r>
              <a:rPr lang="en-IN" dirty="0" err="1"/>
              <a:t>intersection_update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</a:t>
            </a:r>
            <a:r>
              <a:rPr lang="en-IN" dirty="0" err="1"/>
              <a:t>difference_update</a:t>
            </a:r>
            <a:r>
              <a:rPr lang="en-IN" dirty="0"/>
              <a:t>(</a:t>
            </a:r>
            <a:r>
              <a:rPr lang="en-IN" dirty="0" err="1"/>
              <a:t>iterable</a:t>
            </a:r>
            <a:r>
              <a:rPr lang="en-IN" dirty="0"/>
              <a:t>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</a:t>
            </a:r>
            <a:r>
              <a:rPr lang="en-GB" dirty="0" err="1"/>
              <a:t>function_name</a:t>
            </a:r>
            <a:r>
              <a:rPr lang="en-GB" dirty="0"/>
              <a:t>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</a:t>
            </a:r>
            <a:r>
              <a:rPr lang="en-GB" dirty="0" err="1"/>
              <a:t>function_name</a:t>
            </a:r>
            <a:r>
              <a:rPr lang="en-GB"/>
              <a:t>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dictionary keys.</a:t>
            </a:r>
          </a:p>
          <a:p>
            <a:r>
              <a:rPr lang="en-IN" dirty="0"/>
              <a:t> </a:t>
            </a:r>
            <a:r>
              <a:rPr lang="en-IN"/>
              <a:t>file operations.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</a:t>
            </a:r>
            <a:r>
              <a:rPr lang="en-GB" dirty="0" err="1"/>
              <a:t>os</a:t>
            </a:r>
            <a:r>
              <a:rPr lang="en-GB" dirty="0"/>
              <a:t> , datetime , math , random)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 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</a:t>
            </a:r>
            <a:r>
              <a:rPr lang="en-IN" dirty="0" err="1"/>
              <a:t>module_name</a:t>
            </a:r>
            <a:endParaRPr lang="en-IN" dirty="0"/>
          </a:p>
          <a:p>
            <a:pPr lvl="1"/>
            <a:r>
              <a:rPr lang="en-IN" b="1" dirty="0"/>
              <a:t> </a:t>
            </a:r>
            <a:r>
              <a:rPr lang="en-IN" dirty="0"/>
              <a:t>from </a:t>
            </a:r>
            <a:r>
              <a:rPr lang="en-IN" dirty="0" err="1"/>
              <a:t>module_name</a:t>
            </a:r>
            <a:r>
              <a:rPr lang="en-IN" dirty="0"/>
              <a:t>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Why Virtual Environment?</a:t>
            </a:r>
          </a:p>
          <a:p>
            <a:pPr lvl="1"/>
            <a:r>
              <a:rPr lang="en-IN" dirty="0"/>
              <a:t> </a:t>
            </a:r>
            <a:r>
              <a:rPr lang="en-IN" dirty="0" err="1"/>
              <a:t>numpy</a:t>
            </a:r>
            <a:r>
              <a:rPr lang="en-IN" dirty="0"/>
              <a:t> 0.0.1 already exists in global environment</a:t>
            </a:r>
          </a:p>
          <a:p>
            <a:pPr lvl="1"/>
            <a:r>
              <a:rPr lang="en-IN" dirty="0"/>
              <a:t> project 1 : requires </a:t>
            </a:r>
            <a:r>
              <a:rPr lang="en-IN" dirty="0" err="1"/>
              <a:t>numpy</a:t>
            </a:r>
            <a:r>
              <a:rPr lang="en-IN" dirty="0"/>
              <a:t> 0.0.1</a:t>
            </a:r>
          </a:p>
          <a:p>
            <a:pPr lvl="1"/>
            <a:r>
              <a:rPr lang="en-IN" dirty="0"/>
              <a:t> project 2 : requires </a:t>
            </a:r>
            <a:r>
              <a:rPr lang="en-IN" dirty="0" err="1"/>
              <a:t>numpy</a:t>
            </a:r>
            <a:r>
              <a:rPr lang="en-IN" dirty="0"/>
              <a:t> 0.1.1</a:t>
            </a:r>
          </a:p>
          <a:p>
            <a:pPr lvl="1"/>
            <a:r>
              <a:rPr lang="en-IN" dirty="0"/>
              <a:t> changes version of this package will affect any one of the projects</a:t>
            </a:r>
          </a:p>
          <a:p>
            <a:pPr lvl="1"/>
            <a:r>
              <a:rPr lang="en-IN" dirty="0"/>
              <a:t> to overcome those create project 2 in virtual environment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Vename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</a:t>
            </a:r>
            <a:r>
              <a:rPr lang="en-IN" dirty="0" err="1"/>
              <a:t>cmd</a:t>
            </a:r>
            <a:r>
              <a:rPr lang="en-IN" dirty="0"/>
              <a:t>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</a:t>
            </a:r>
            <a:r>
              <a:rPr lang="en-IN" b="1" dirty="0" err="1"/>
              <a:t>defaultdict</a:t>
            </a:r>
            <a:r>
              <a:rPr lang="en-IN" b="1" dirty="0"/>
              <a:t>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</a:t>
            </a:r>
            <a:r>
              <a:rPr lang="en-IN" dirty="0" err="1"/>
              <a:t>os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 err="1"/>
              <a:t>smtplib</a:t>
            </a:r>
            <a:r>
              <a:rPr lang="en-GB" dirty="0"/>
              <a:t> , </a:t>
            </a:r>
            <a:r>
              <a:rPr lang="en-GB" dirty="0" err="1"/>
              <a:t>mimetype</a:t>
            </a:r>
            <a:endParaRPr lang="en-GB" dirty="0"/>
          </a:p>
          <a:p>
            <a:r>
              <a:rPr lang="en-GB" dirty="0"/>
              <a:t> 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mysql</a:t>
            </a:r>
            <a:r>
              <a:rPr lang="en-GB" b="1" dirty="0"/>
              <a:t>-connector-python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</a:t>
            </a:r>
          </a:p>
          <a:p>
            <a:pPr lvl="1"/>
            <a:r>
              <a:rPr lang="en-IN" dirty="0"/>
              <a:t> inside that folder add </a:t>
            </a:r>
            <a:r>
              <a:rPr lang="en-IN" dirty="0" err="1"/>
              <a:t>src</a:t>
            </a:r>
            <a:r>
              <a:rPr lang="en-IN" dirty="0"/>
              <a:t> folder , </a:t>
            </a:r>
            <a:r>
              <a:rPr lang="en-IN" dirty="0" err="1"/>
              <a:t>gitignore</a:t>
            </a:r>
            <a:r>
              <a:rPr lang="en-IN" dirty="0"/>
              <a:t> , readme , license , </a:t>
            </a:r>
            <a:r>
              <a:rPr lang="en-IN" dirty="0" err="1"/>
              <a:t>venv</a:t>
            </a:r>
            <a:r>
              <a:rPr lang="en-IN" dirty="0"/>
              <a:t> , </a:t>
            </a:r>
            <a:r>
              <a:rPr lang="en-IN" dirty="0" err="1"/>
              <a:t>pyproject.toml</a:t>
            </a:r>
            <a:endParaRPr lang="en-IN" dirty="0"/>
          </a:p>
          <a:p>
            <a:pPr lvl="1"/>
            <a:r>
              <a:rPr lang="en-IN" dirty="0"/>
              <a:t> </a:t>
            </a:r>
            <a:r>
              <a:rPr lang="en-IN" dirty="0" err="1"/>
              <a:t>pypi</a:t>
            </a:r>
            <a:r>
              <a:rPr lang="en-IN" dirty="0"/>
              <a:t> account login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</a:t>
            </a:r>
            <a:r>
              <a:rPr lang="en-IN" dirty="0" err="1"/>
              <a:t>cmd</a:t>
            </a:r>
            <a:r>
              <a:rPr lang="en-IN" dirty="0"/>
              <a:t> push the folder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&amp; GUI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CustomTkinter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customtkinter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Kivy</a:t>
            </a:r>
            <a:r>
              <a:rPr lang="en-GB" dirty="0"/>
              <a:t> &amp; </a:t>
            </a:r>
            <a:r>
              <a:rPr lang="en-GB" dirty="0" err="1"/>
              <a:t>Kivymd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 err="1"/>
              <a:t>cmd</a:t>
            </a:r>
            <a:r>
              <a:rPr lang="en-GB" b="1" dirty="0"/>
              <a:t> : pip install </a:t>
            </a:r>
            <a:r>
              <a:rPr lang="en-GB" b="1" dirty="0" err="1"/>
              <a:t>kivy</a:t>
            </a:r>
            <a:r>
              <a:rPr lang="en-GB" b="1" dirty="0"/>
              <a:t> </a:t>
            </a:r>
            <a:r>
              <a:rPr lang="en-GB" b="1" dirty="0" err="1"/>
              <a:t>kivymd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2544</TotalTime>
  <Words>2169</Words>
  <Application>Microsoft Office PowerPoint</Application>
  <PresentationFormat>Widescreen</PresentationFormat>
  <Paragraphs>321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Exception Handling</vt:lpstr>
      <vt:lpstr>Problems</vt:lpstr>
      <vt:lpstr>Modules &amp; Packages</vt:lpstr>
      <vt:lpstr>Virtual Environment</vt:lpstr>
      <vt:lpstr>Collections</vt:lpstr>
      <vt:lpstr>Datetime</vt:lpstr>
      <vt:lpstr>OS</vt:lpstr>
      <vt:lpstr>Email</vt:lpstr>
      <vt:lpstr>MYSQL Connection</vt:lpstr>
      <vt:lpstr>Excel</vt:lpstr>
      <vt:lpstr>PDF</vt:lpstr>
      <vt:lpstr>Custom Packages</vt:lpstr>
      <vt:lpstr>Folder Structure</vt:lpstr>
      <vt:lpstr>Web &amp; GUI Development</vt:lpstr>
      <vt:lpstr>CustomTkinter</vt:lpstr>
      <vt:lpstr>Kivy &amp; Kivymd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43</cp:revision>
  <dcterms:created xsi:type="dcterms:W3CDTF">2026-06-08T08:32:33Z</dcterms:created>
  <dcterms:modified xsi:type="dcterms:W3CDTF">2026-07-13T09:20:22Z</dcterms:modified>
</cp:coreProperties>
</file>