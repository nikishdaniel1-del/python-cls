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2" r:id="rId18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80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21-06-2026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21-06-2026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</a:t>
            </a:r>
            <a:r>
              <a:rPr lang="en-IN" dirty="0" err="1"/>
              <a:t>start,default</a:t>
            </a:r>
            <a:r>
              <a:rPr lang="en-IN" dirty="0"/>
              <a:t>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</a:t>
            </a:r>
            <a:r>
              <a:rPr lang="en-IN" dirty="0" err="1"/>
              <a:t>range,default</a:t>
            </a:r>
            <a:r>
              <a:rPr lang="en-IN"/>
              <a:t> is 1.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start,end,step</a:t>
            </a:r>
            <a:endParaRPr lang="en-IN" dirty="0"/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</a:t>
            </a:r>
            <a:r>
              <a:rPr lang="en-IN" dirty="0" err="1"/>
              <a:t>start,end</a:t>
            </a:r>
            <a:endParaRPr lang="en-IN" dirty="0"/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</a:t>
            </a:r>
            <a:r>
              <a:rPr lang="en-IN" dirty="0" err="1"/>
              <a:t>key,reverse</a:t>
            </a:r>
            <a:r>
              <a:rPr lang="en-IN" dirty="0"/>
              <a:t>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</a:t>
            </a:r>
            <a:r>
              <a:rPr lang="en-IN" dirty="0" err="1"/>
              <a:t>center</a:t>
            </a:r>
            <a:r>
              <a:rPr lang="en-IN" dirty="0"/>
              <a:t>(</a:t>
            </a:r>
            <a:r>
              <a:rPr lang="en-IN" dirty="0" err="1"/>
              <a:t>width,string</a:t>
            </a:r>
            <a:r>
              <a:rPr lang="en-IN" dirty="0"/>
              <a:t>) , count(string) , </a:t>
            </a:r>
            <a:r>
              <a:rPr lang="en-IN" dirty="0" err="1"/>
              <a:t>endswith</a:t>
            </a:r>
            <a:r>
              <a:rPr lang="en-IN" dirty="0"/>
              <a:t>(string) , find(string) , format(parameters) , index(string) , replace(</a:t>
            </a:r>
            <a:r>
              <a:rPr lang="en-IN" dirty="0" err="1"/>
              <a:t>string,new,count</a:t>
            </a:r>
            <a:r>
              <a:rPr lang="en-IN" dirty="0"/>
              <a:t>) , strip(string) , upper() , lower() , </a:t>
            </a:r>
            <a:r>
              <a:rPr lang="en-IN" dirty="0" err="1"/>
              <a:t>startswith</a:t>
            </a:r>
            <a:r>
              <a:rPr lang="en-IN" dirty="0"/>
              <a:t>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</a:t>
            </a:r>
            <a:r>
              <a:rPr lang="en-IN" dirty="0" err="1"/>
              <a:t>aaabbcccc</a:t>
            </a:r>
            <a:r>
              <a:rPr lang="en-IN" dirty="0"/>
              <a:t>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</a:t>
            </a:r>
            <a:r>
              <a:rPr lang="en-IN" dirty="0" err="1"/>
              <a:t>swiss</a:t>
            </a:r>
            <a:r>
              <a:rPr lang="en-IN"/>
              <a:t> , w)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</a:t>
            </a:r>
            <a:r>
              <a:rPr lang="en-IN" dirty="0" err="1"/>
              <a:t>Right&amp;Left</a:t>
            </a:r>
            <a:r>
              <a:rPr lang="en-IN" dirty="0"/>
              <a:t> Triangle , Inverted Right Triangle , Pyramid , Diamond , Hollow Square , Binary Triangle , Butterfly Pattern , X Pattern , Palindrome Triangle , Sandglass Pattern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</a:t>
            </a:r>
            <a:r>
              <a:rPr lang="en-IN" dirty="0" err="1"/>
              <a:t>dict</a:t>
            </a:r>
            <a:r>
              <a:rPr lang="en-IN" dirty="0"/>
              <a:t>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</a:t>
            </a:r>
            <a:r>
              <a:rPr lang="en-IN" dirty="0" err="1"/>
              <a:t>wrt</a:t>
            </a:r>
            <a:r>
              <a:rPr lang="en-IN" dirty="0"/>
              <a:t> frequency.</a:t>
            </a:r>
          </a:p>
          <a:p>
            <a:r>
              <a:rPr lang="en-IN" dirty="0"/>
              <a:t> Largest Character with match frequency.</a:t>
            </a:r>
          </a:p>
          <a:p>
            <a:r>
              <a:rPr lang="en-IN" dirty="0"/>
              <a:t> Common Characters . (hello , world – </a:t>
            </a:r>
            <a:r>
              <a:rPr lang="en-IN" dirty="0" err="1"/>
              <a:t>l,o</a:t>
            </a:r>
            <a:r>
              <a:rPr lang="en-IN" dirty="0"/>
              <a:t>).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</a:t>
            </a:r>
            <a:r>
              <a:rPr lang="en-GB" dirty="0" err="1"/>
              <a:t>John","Tom</a:t>
            </a:r>
            <a:r>
              <a:rPr lang="en-GB" dirty="0"/>
              <a:t>"], 21:["</a:t>
            </a:r>
            <a:r>
              <a:rPr lang="en-GB" dirty="0" err="1"/>
              <a:t>Mary","Alice</a:t>
            </a:r>
            <a:r>
              <a:rPr lang="en-GB" dirty="0"/>
              <a:t>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</a:t>
            </a:r>
            <a:r>
              <a:rPr lang="en-IN" dirty="0" err="1"/>
              <a:t>cat</a:t>
            </a:r>
            <a:r>
              <a:rPr lang="en-IN" dirty="0"/>
              <a:t> dog" . </a:t>
            </a:r>
            <a:r>
              <a:rPr lang="en-IN"/>
              <a:t>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</a:t>
            </a:r>
            <a:r>
              <a:rPr lang="en-IN" dirty="0" err="1"/>
              <a:t>iterable</a:t>
            </a:r>
            <a:r>
              <a:rPr lang="en-IN" dirty="0"/>
              <a:t>) , update(</a:t>
            </a:r>
            <a:r>
              <a:rPr lang="en-IN" dirty="0" err="1"/>
              <a:t>iterable</a:t>
            </a:r>
            <a:r>
              <a:rPr lang="en-IN" dirty="0"/>
              <a:t>) , difference(</a:t>
            </a:r>
            <a:r>
              <a:rPr lang="en-IN" dirty="0" err="1"/>
              <a:t>iterable</a:t>
            </a:r>
            <a:r>
              <a:rPr lang="en-IN" dirty="0"/>
              <a:t>) , intersection(</a:t>
            </a:r>
            <a:r>
              <a:rPr lang="en-IN" dirty="0" err="1"/>
              <a:t>iterable</a:t>
            </a:r>
            <a:r>
              <a:rPr lang="en-IN" dirty="0"/>
              <a:t>)  ,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1146</TotalTime>
  <Words>1501</Words>
  <Application>Microsoft Office PowerPoint</Application>
  <PresentationFormat>Widescreen</PresentationFormat>
  <Paragraphs>200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Built-In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21</cp:revision>
  <dcterms:created xsi:type="dcterms:W3CDTF">2026-06-08T08:32:33Z</dcterms:created>
  <dcterms:modified xsi:type="dcterms:W3CDTF">2026-06-21T08:51:05Z</dcterms:modified>
</cp:coreProperties>
</file>