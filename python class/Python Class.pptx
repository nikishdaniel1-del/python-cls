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86" r:id="rId28"/>
    <p:sldId id="291" r:id="rId29"/>
    <p:sldId id="283" r:id="rId30"/>
    <p:sldId id="288" r:id="rId31"/>
    <p:sldId id="275" r:id="rId32"/>
    <p:sldId id="287" r:id="rId33"/>
    <p:sldId id="280" r:id="rId34"/>
    <p:sldId id="290" r:id="rId35"/>
    <p:sldId id="279" r:id="rId36"/>
    <p:sldId id="284" r:id="rId37"/>
    <p:sldId id="285" r:id="rId38"/>
    <p:sldId id="293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16-07-2026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dictionary keys.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numpy 0.0.1 already exists in global environment</a:t>
            </a:r>
          </a:p>
          <a:p>
            <a:pPr lvl="1"/>
            <a:r>
              <a:rPr lang="en-IN" dirty="0"/>
              <a:t> project 1 : requires numpy 0.0.1</a:t>
            </a:r>
          </a:p>
          <a:p>
            <a:pPr lvl="1"/>
            <a:r>
              <a:rPr lang="en-IN" dirty="0"/>
              <a:t> project 2 : requires numpy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/>
              <a:t>makedir , listdir , system , path , startfile , getuid , rename , remove , rmdir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</a:t>
            </a:r>
          </a:p>
          <a:p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src folder , gitignore , readme , license , venv , pyproject.toml</a:t>
            </a:r>
          </a:p>
          <a:p>
            <a:pPr lvl="1"/>
            <a:r>
              <a:rPr lang="en-IN" dirty="0"/>
              <a:t> pypi account login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</a:t>
            </a:r>
            <a:r>
              <a:rPr lang="en-GB" dirty="0" err="1"/>
              <a:t>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</a:t>
            </a:r>
          </a:p>
          <a:p>
            <a:r>
              <a:rPr lang="en-IN" dirty="0"/>
              <a:t> </a:t>
            </a:r>
            <a:r>
              <a:rPr lang="en-GB" dirty="0"/>
              <a:t>Reverse Vowels of a String</a:t>
            </a:r>
          </a:p>
          <a:p>
            <a:r>
              <a:rPr lang="en-GB" dirty="0"/>
              <a:t> </a:t>
            </a:r>
            <a:r>
              <a:rPr lang="en-IN" dirty="0"/>
              <a:t>Find the Difference (one character diff.)</a:t>
            </a:r>
          </a:p>
          <a:p>
            <a:r>
              <a:rPr lang="en-IN" dirty="0"/>
              <a:t> Keyboard Row</a:t>
            </a:r>
          </a:p>
          <a:p>
            <a:r>
              <a:rPr lang="en-IN" dirty="0"/>
              <a:t> Valid Palindrome by removing at-most one character</a:t>
            </a:r>
          </a:p>
          <a:p>
            <a:r>
              <a:rPr lang="en-IN" dirty="0"/>
              <a:t> Form words with </a:t>
            </a:r>
            <a:r>
              <a:rPr lang="en-IN"/>
              <a:t>diagonal flow</a:t>
            </a:r>
            <a:endParaRPr lang="en-IN" dirty="0"/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3101</TotalTime>
  <Words>2357</Words>
  <Application>Microsoft Office PowerPoint</Application>
  <PresentationFormat>Widescreen</PresentationFormat>
  <Paragraphs>357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Excel</vt:lpstr>
      <vt:lpstr>Data Generator</vt:lpstr>
      <vt:lpstr>Datetime</vt:lpstr>
      <vt:lpstr>Email</vt:lpstr>
      <vt:lpstr>MYSQL Connection</vt:lpstr>
      <vt:lpstr>PDF</vt:lpstr>
      <vt:lpstr>Custom Packages</vt:lpstr>
      <vt:lpstr>Folder Structure</vt:lpstr>
      <vt:lpstr>Web Development</vt:lpstr>
      <vt:lpstr>GUI Development</vt:lpstr>
      <vt:lpstr>Kivy &amp; Kivymd</vt:lpstr>
      <vt:lpstr>Problems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50</cp:revision>
  <dcterms:created xsi:type="dcterms:W3CDTF">2026-06-08T08:32:33Z</dcterms:created>
  <dcterms:modified xsi:type="dcterms:W3CDTF">2026-07-16T12:13:44Z</dcterms:modified>
</cp:coreProperties>
</file>