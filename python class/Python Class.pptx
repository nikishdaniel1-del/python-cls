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4" r:id="rId9"/>
    <p:sldId id="265" r:id="rId10"/>
    <p:sldId id="268" r:id="rId11"/>
    <p:sldId id="263" r:id="rId12"/>
    <p:sldId id="269" r:id="rId13"/>
    <p:sldId id="270" r:id="rId14"/>
    <p:sldId id="266" r:id="rId15"/>
    <p:sldId id="271" r:id="rId16"/>
    <p:sldId id="267" r:id="rId17"/>
    <p:sldId id="274" r:id="rId18"/>
    <p:sldId id="272" r:id="rId19"/>
    <p:sldId id="276" r:id="rId20"/>
    <p:sldId id="294" r:id="rId21"/>
    <p:sldId id="277" r:id="rId22"/>
    <p:sldId id="289" r:id="rId23"/>
    <p:sldId id="278" r:id="rId24"/>
    <p:sldId id="281" r:id="rId25"/>
    <p:sldId id="273" r:id="rId26"/>
    <p:sldId id="282" r:id="rId27"/>
    <p:sldId id="292" r:id="rId28"/>
    <p:sldId id="286" r:id="rId29"/>
    <p:sldId id="283" r:id="rId30"/>
    <p:sldId id="288" r:id="rId31"/>
    <p:sldId id="275" r:id="rId32"/>
    <p:sldId id="293" r:id="rId33"/>
    <p:sldId id="279" r:id="rId34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7300FFE-222E-424B-A24A-B86ADB1660A8}" type="datetimeFigureOut">
              <a:rPr lang="en-IN" smtClean="0"/>
              <a:t>05-10-2026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A88BEE-1D50-4B1C-AD43-D1B3DCD7DF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425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A0FE-F187-4DF6-843C-34BB4D69C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F1B74-48B5-AA73-F9BD-FBBA49664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4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B380D-D836-07CB-098B-5A0C9170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AD501974-91E0-4A6C-BF4F-18DDA0DBE697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06661-29FC-E787-977C-7894C4CF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C99B2-71D0-48FE-A1A3-00795BFF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27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176E-2FED-C5ED-39C7-1EE69DA7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1017"/>
            <a:ext cx="11467777" cy="752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A93CE-EABF-7191-57EB-9CD30FEEF45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34093-9E2E-73F5-5CA5-D610F173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972A712B-80AB-4FDB-AFE5-C959280677B9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40383-12DC-D972-0F01-0E37DD30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84BD8-C247-6F29-211C-E2E7C14E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96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ACED-81F0-AE3A-97A3-5DDA6EA9F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80" y="1225693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AACE8-95DF-7B9F-0F2B-F44FC4D00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80" y="415952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B8F21-98EA-8B74-FAD0-E5E55393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78FC1D50-5769-4793-A6D0-4C61D943385E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10561-E100-442E-E2D2-740FAA6C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C8AF6-B7B2-BBFC-DAA1-852EDFD3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15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2D67-0DA2-CA1F-F9F3-27176DD8899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1758" y="804230"/>
            <a:ext cx="5652000" cy="5144877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B307D-8915-BFA7-2BEA-3F24BADE946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65532" y="804231"/>
            <a:ext cx="5652000" cy="5144877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218B2-5B00-0143-8239-44B2DCE1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093E9E7-66F0-49C7-87AF-7A91F126A0CA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73EA3-CE79-D2F6-0303-1BD0F75E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964DF-2791-F8BE-4A28-1C19F144B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E7456C8-12C9-2EB1-D33E-80842D7D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0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9BE90-4E9B-B0E2-A761-8F3786B2C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622" y="801838"/>
            <a:ext cx="5652000" cy="823912"/>
          </a:xfrm>
        </p:spPr>
        <p:txBody>
          <a:bodyPr anchor="b"/>
          <a:lstStyle>
            <a:lvl1pPr marL="0" indent="0">
              <a:buNone/>
              <a:defRPr sz="33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6B7D1-109A-B0AF-DA56-9009337165E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1622" y="1656772"/>
            <a:ext cx="5652000" cy="4292336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FF5A7-868A-E088-2873-9972B1A60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0546" y="800270"/>
            <a:ext cx="5652000" cy="823912"/>
          </a:xfrm>
        </p:spPr>
        <p:txBody>
          <a:bodyPr anchor="b"/>
          <a:lstStyle>
            <a:lvl1pPr marL="0" indent="0">
              <a:buNone/>
              <a:defRPr sz="33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1A567-6E7D-7818-6663-F7C382C4DDC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60545" y="1656771"/>
            <a:ext cx="5651999" cy="4292335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F22BD-4661-2E15-9644-0E151F1197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4802E001-56FE-4C01-9545-A69D840AB1F5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4CAFB-C4BD-283F-2EF3-E596C254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3CD92C-2CAD-8D85-6C82-FE463D9F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BCDDF3C-B7EA-73CA-992E-57F7F157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40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86000-F4C3-4825-F725-E1C82D7E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FC628212-ABC2-4EAF-BB21-53D61AEEEA49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3AB49-640C-C025-D37D-7B60AE82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1FA13-6A3D-62FE-F1E1-BBE5834B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D776CE3-9FF7-7265-A3E0-0F8C9BC0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33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86000-F4C3-4825-F725-E1C82D7E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83F0C27E-97BD-4ACD-AFDF-13985BE88ECF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3AB49-640C-C025-D37D-7B60AE82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1FA13-6A3D-62FE-F1E1-BBE5834B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D776CE3-9FF7-7265-A3E0-0F8C9BC0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1" name="SmartArt Placeholder 10">
            <a:extLst>
              <a:ext uri="{FF2B5EF4-FFF2-40B4-BE49-F238E27FC236}">
                <a16:creationId xmlns:a16="http://schemas.microsoft.com/office/drawing/2014/main" id="{2DD36DE9-6CB6-3E4B-29CE-A1532433D7B7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640800" y="860400"/>
            <a:ext cx="11368800" cy="4993200"/>
          </a:xfrm>
        </p:spPr>
        <p:txBody>
          <a:bodyPr/>
          <a:lstStyle/>
          <a:p>
            <a:r>
              <a:rPr lang="en-US" dirty="0"/>
              <a:t>Click icon to add SmartArt graphic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13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86000-F4C3-4825-F725-E1C82D7E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0A04BDC-9A72-4B08-81B7-A336A5B4E254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3AB49-640C-C025-D37D-7B60AE82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1FA13-6A3D-62FE-F1E1-BBE5834B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D776CE3-9FF7-7265-A3E0-0F8C9BC0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7AFBE72-9D87-13DD-DC20-22B3474E869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40583" y="860183"/>
            <a:ext cx="11368800" cy="5011200"/>
          </a:xfrm>
        </p:spPr>
        <p:txBody>
          <a:bodyPr/>
          <a:lstStyle/>
          <a:p>
            <a:r>
              <a:rPr lang="en-US" dirty="0"/>
              <a:t>Click icon to add 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414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86000-F4C3-4825-F725-E1C82D7E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2E5D08A3-D96A-4309-8AF3-C610782BB2D3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3AB49-640C-C025-D37D-7B60AE82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1FA13-6A3D-62FE-F1E1-BBE5834B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D776CE3-9FF7-7265-A3E0-0F8C9BC0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FF0B4EC-5238-7C81-3DFE-9A7595D57D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995" y="869949"/>
            <a:ext cx="11369405" cy="4993687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37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F050EB-4C5E-24F7-1220-9542CFE47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40C70EA-229A-4802-A7BC-A1799783BDD3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4115E-EB43-E512-9CA1-A647447F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407BD-8FF5-2F15-6A5D-BB875953D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53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8AE92-8020-5C74-6E97-2D1AB5C29B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3553" y="767351"/>
            <a:ext cx="6895848" cy="51762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5210E-7189-696B-774C-311574670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1622" y="767351"/>
            <a:ext cx="4401378" cy="5176249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7D939-0BB0-4F13-DE00-186FAAD5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BD944048-9929-4BB2-BADE-62F9A707015B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42285-EF9F-F56F-6E3F-F3AB2F05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2B9F-7F8D-D7D1-3266-984D9CBA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70A0206-7690-9F39-B286-C900F185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110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2780D9-D3E3-2ABD-5BBD-EF1785426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21801" y="767351"/>
            <a:ext cx="6897600" cy="517624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704FC-D1F3-DAF0-44DD-F4586E92C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1621" y="767351"/>
            <a:ext cx="4402800" cy="5176249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58721-F866-84D0-6AEE-99CDC976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09A388D1-7504-45FD-847C-EF9E921E08DF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7BDD9-0674-C779-7194-15EF1923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34641-DF06-0D0A-C23B-9F500C14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23E2C65-2384-1AE1-CDDA-1415C05AB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05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D720B-4011-720D-5B2D-178DF78C14DF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0B6B4-0BC2-C258-5143-D69F0934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6015BE80-B03C-48AB-B3E2-19C5F4D60D3C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5B7C5-7C90-69C5-F771-A726AD7B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47DAF-506B-D97B-13B0-4872A99B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9226BB6-881A-CAC8-6FCB-B4ADD655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900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9248E2-CBB7-EBD8-846D-8C060C03C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793213"/>
            <a:ext cx="2628900" cy="516691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3683F-2701-B570-9D95-E393965C512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793213"/>
            <a:ext cx="7734300" cy="516691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1D99D-3892-61B7-5BF0-DF9FC061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450E9977-AF0E-4B1A-B2BF-2416B4828E95}" type="datetime1">
              <a:rPr lang="en-IN" smtClean="0"/>
              <a:t>05-10-2026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9378C-B6A0-5E4E-E0E3-DCF21F2A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FADB1-3801-B941-7B46-61F8CF93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35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F15A2-660A-683C-A621-F791C1FFF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622" y="778368"/>
            <a:ext cx="11467778" cy="5180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5F9C7-CEA5-BAC2-5268-BAC5D88EE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1585A-01DF-18BA-D7F7-593A15BE2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09423" y="6356354"/>
            <a:ext cx="573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904C42B-FE65-422C-989C-AD3E5E2A1A2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0DDB-4E8F-9E41-32CF-4AB3424622BE}"/>
              </a:ext>
            </a:extLst>
          </p:cNvPr>
          <p:cNvSpPr/>
          <p:nvPr/>
        </p:nvSpPr>
        <p:spPr>
          <a:xfrm>
            <a:off x="2" y="0"/>
            <a:ext cx="52677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3000">
                <a:schemeClr val="accent1">
                  <a:lumMod val="45000"/>
                  <a:lumOff val="55000"/>
                </a:schemeClr>
              </a:gs>
              <a:gs pos="7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8CF390-1F01-14C3-E9DD-347E0F0EB983}"/>
              </a:ext>
            </a:extLst>
          </p:cNvPr>
          <p:cNvCxnSpPr>
            <a:cxnSpLocks/>
          </p:cNvCxnSpPr>
          <p:nvPr/>
        </p:nvCxnSpPr>
        <p:spPr>
          <a:xfrm>
            <a:off x="526771" y="778368"/>
            <a:ext cx="1166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5E9F3479-8A23-A789-DBA6-CFD9BDB1F75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7" y="6033608"/>
            <a:ext cx="1628775" cy="7810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D3023E-7247-E508-4BC3-52869DB36F47}"/>
              </a:ext>
            </a:extLst>
          </p:cNvPr>
          <p:cNvCxnSpPr>
            <a:cxnSpLocks/>
          </p:cNvCxnSpPr>
          <p:nvPr/>
        </p:nvCxnSpPr>
        <p:spPr>
          <a:xfrm>
            <a:off x="526771" y="5958724"/>
            <a:ext cx="116644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071489A-7E45-9C45-4E72-C4B868899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2" y="15565"/>
            <a:ext cx="11467779" cy="75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303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kishdaniel1-del/Python-Cls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A47D-4041-E506-0262-120544233C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Python Class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D5DB0-B0FC-A96C-5DA4-ED879EFF57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05-06-2026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6A813-6DC6-88B7-7701-D0C51E98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2A419-BAD2-7656-8D8F-259DBDFC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23076-CB68-A587-F711-7F7F37DD2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Input &amp;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3B7F1-3EC2-3B19-4FF3-E8B5A917E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Input() : </a:t>
            </a:r>
          </a:p>
          <a:p>
            <a:pPr lvl="1"/>
            <a:r>
              <a:rPr lang="en-IN" dirty="0"/>
              <a:t> Takes input from terminal as a String.</a:t>
            </a:r>
          </a:p>
          <a:p>
            <a:pPr lvl="1"/>
            <a:r>
              <a:rPr lang="en-IN" dirty="0"/>
              <a:t> </a:t>
            </a:r>
            <a:r>
              <a:rPr lang="en-IN" b="1" dirty="0"/>
              <a:t>Syntax : </a:t>
            </a:r>
            <a:r>
              <a:rPr lang="en-IN" dirty="0"/>
              <a:t>input()</a:t>
            </a:r>
          </a:p>
          <a:p>
            <a:pPr marL="457189" lvl="1" indent="0">
              <a:buNone/>
            </a:pPr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Output() : </a:t>
            </a:r>
          </a:p>
          <a:p>
            <a:pPr lvl="1"/>
            <a:r>
              <a:rPr lang="en-IN" b="1" dirty="0"/>
              <a:t> </a:t>
            </a:r>
            <a:r>
              <a:rPr lang="en-IN" dirty="0"/>
              <a:t>Writes output in the terminal.</a:t>
            </a:r>
          </a:p>
          <a:p>
            <a:pPr lvl="1"/>
            <a:r>
              <a:rPr lang="en-IN" b="1" dirty="0"/>
              <a:t> Syntax : </a:t>
            </a:r>
            <a:r>
              <a:rPr lang="en-IN" dirty="0"/>
              <a:t>output()</a:t>
            </a:r>
          </a:p>
          <a:p>
            <a:pPr lvl="1"/>
            <a:r>
              <a:rPr lang="en-IN" b="1" dirty="0"/>
              <a:t> Parameters : </a:t>
            </a:r>
            <a:r>
              <a:rPr lang="en-IN" dirty="0"/>
              <a:t>*arwgs, end, sep</a:t>
            </a:r>
          </a:p>
          <a:p>
            <a:pPr lvl="2"/>
            <a:r>
              <a:rPr lang="en-IN" b="1" dirty="0"/>
              <a:t> *arwgs : </a:t>
            </a:r>
            <a:r>
              <a:rPr lang="en-IN" dirty="0"/>
              <a:t>parameters needs to be printed.</a:t>
            </a:r>
          </a:p>
          <a:p>
            <a:pPr lvl="2"/>
            <a:r>
              <a:rPr lang="en-IN" b="1" dirty="0"/>
              <a:t> end : </a:t>
            </a:r>
            <a:r>
              <a:rPr lang="en-IN" dirty="0"/>
              <a:t>default-’\n’</a:t>
            </a:r>
          </a:p>
          <a:p>
            <a:pPr lvl="2"/>
            <a:r>
              <a:rPr lang="en-IN" b="1" dirty="0"/>
              <a:t> sep : </a:t>
            </a:r>
            <a:r>
              <a:rPr lang="en-IN" dirty="0"/>
              <a:t>default-’ ‘ 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F7B5-3381-19F0-3D9B-F7C40E0C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A8278-37EC-EE4F-0E1B-F65E2339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85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E439-08C6-C686-BFA7-0541EA54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(end=‘\n’)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7AB8D3-60F5-6ED5-925A-73B60DBD4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64" y="933001"/>
            <a:ext cx="6210563" cy="15020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20E489-0A23-94BE-6D7F-B7537C549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64" y="2600736"/>
            <a:ext cx="3303564" cy="59116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BF72B2F-FB87-3C32-1484-84BDB9E50E85}"/>
              </a:ext>
            </a:extLst>
          </p:cNvPr>
          <p:cNvSpPr/>
          <p:nvPr/>
        </p:nvSpPr>
        <p:spPr>
          <a:xfrm>
            <a:off x="2604052" y="1401417"/>
            <a:ext cx="2643809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770C6-24B7-F294-CEB9-AEB392F065B4}"/>
              </a:ext>
            </a:extLst>
          </p:cNvPr>
          <p:cNvSpPr/>
          <p:nvPr/>
        </p:nvSpPr>
        <p:spPr>
          <a:xfrm>
            <a:off x="3558209" y="1779103"/>
            <a:ext cx="1570382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9A5C80-3FB1-FF79-59D6-CF88960D210D}"/>
              </a:ext>
            </a:extLst>
          </p:cNvPr>
          <p:cNvSpPr/>
          <p:nvPr/>
        </p:nvSpPr>
        <p:spPr>
          <a:xfrm>
            <a:off x="708996" y="2875720"/>
            <a:ext cx="2643809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C51684-C8F3-E54A-C56E-30D8C95AFC7E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5247861" y="1526449"/>
            <a:ext cx="2832653" cy="141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06AD34-ECE2-5643-059C-59F2D2EAFE23}"/>
              </a:ext>
            </a:extLst>
          </p:cNvPr>
          <p:cNvCxnSpPr>
            <a:cxnSpLocks/>
          </p:cNvCxnSpPr>
          <p:nvPr/>
        </p:nvCxnSpPr>
        <p:spPr>
          <a:xfrm flipV="1">
            <a:off x="5128591" y="1918251"/>
            <a:ext cx="2922105" cy="33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275F3B-0E9F-5384-46F6-5DFBE12668B8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352805" y="3003631"/>
            <a:ext cx="4681006" cy="112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B8E5BD5-9D01-E3A8-29BD-9AB3C853F7D4}"/>
              </a:ext>
            </a:extLst>
          </p:cNvPr>
          <p:cNvSpPr txBox="1"/>
          <p:nvPr/>
        </p:nvSpPr>
        <p:spPr>
          <a:xfrm>
            <a:off x="8080514" y="1341783"/>
            <a:ext cx="385937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Here takes the input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0CA57F-ACB0-CDE8-E5B8-0CD5E8A8A5B7}"/>
              </a:ext>
            </a:extLst>
          </p:cNvPr>
          <p:cNvSpPr txBox="1"/>
          <p:nvPr/>
        </p:nvSpPr>
        <p:spPr>
          <a:xfrm>
            <a:off x="8080514" y="1779103"/>
            <a:ext cx="385937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End=‘ ’ makes the nextline to ‘ 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0A1100-48AA-CB06-0231-37AFBEB8B213}"/>
              </a:ext>
            </a:extLst>
          </p:cNvPr>
          <p:cNvSpPr txBox="1"/>
          <p:nvPr/>
        </p:nvSpPr>
        <p:spPr>
          <a:xfrm>
            <a:off x="8033811" y="2541966"/>
            <a:ext cx="3859375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Since the end=‘’ then for each print call it doesn’t goes new line, it just applies the parameter given.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0C02BB-59BF-1EC8-F0B8-64136F1C7D9F}"/>
              </a:ext>
            </a:extLst>
          </p:cNvPr>
          <p:cNvSpPr txBox="1"/>
          <p:nvPr/>
        </p:nvSpPr>
        <p:spPr>
          <a:xfrm>
            <a:off x="708997" y="3588026"/>
            <a:ext cx="111841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Example : </a:t>
            </a:r>
          </a:p>
          <a:p>
            <a:r>
              <a:rPr lang="en-IN" dirty="0"/>
              <a:t>number = int(input('Enter the number : '))</a:t>
            </a:r>
          </a:p>
          <a:p>
            <a:r>
              <a:rPr lang="en-IN" dirty="0"/>
              <a:t>for i in range(number):print(i,end='*’)</a:t>
            </a:r>
          </a:p>
          <a:p>
            <a:endParaRPr lang="en-GB" dirty="0"/>
          </a:p>
          <a:p>
            <a:r>
              <a:rPr lang="en-GB" b="1" dirty="0"/>
              <a:t>Output : </a:t>
            </a:r>
          </a:p>
          <a:p>
            <a:r>
              <a:rPr lang="en-GB" dirty="0"/>
              <a:t>Enter the number : 5</a:t>
            </a:r>
          </a:p>
          <a:p>
            <a:r>
              <a:rPr lang="en-GB" dirty="0"/>
              <a:t>0*1*2*3*4*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9ED8E-85E9-D98C-02A7-777C52F79764}"/>
              </a:ext>
            </a:extLst>
          </p:cNvPr>
          <p:cNvSpPr/>
          <p:nvPr/>
        </p:nvSpPr>
        <p:spPr>
          <a:xfrm>
            <a:off x="688964" y="5317435"/>
            <a:ext cx="1815697" cy="3019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06CDF1-6112-CABD-42E4-3D252A6957CA}"/>
              </a:ext>
            </a:extLst>
          </p:cNvPr>
          <p:cNvSpPr/>
          <p:nvPr/>
        </p:nvSpPr>
        <p:spPr>
          <a:xfrm>
            <a:off x="2759771" y="4227024"/>
            <a:ext cx="1762534" cy="227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0965F46-0801-CEFC-AB16-DCC0930FDEC7}"/>
              </a:ext>
            </a:extLst>
          </p:cNvPr>
          <p:cNvCxnSpPr>
            <a:cxnSpLocks/>
          </p:cNvCxnSpPr>
          <p:nvPr/>
        </p:nvCxnSpPr>
        <p:spPr>
          <a:xfrm flipV="1">
            <a:off x="4522305" y="4296147"/>
            <a:ext cx="3511504" cy="340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7E8B39-4E86-4BB9-01F2-7A85BA548499}"/>
              </a:ext>
            </a:extLst>
          </p:cNvPr>
          <p:cNvCxnSpPr>
            <a:cxnSpLocks/>
          </p:cNvCxnSpPr>
          <p:nvPr/>
        </p:nvCxnSpPr>
        <p:spPr>
          <a:xfrm>
            <a:off x="2504661" y="5453268"/>
            <a:ext cx="552914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5CAF12E-C97C-A567-598B-BFE9D014359E}"/>
              </a:ext>
            </a:extLst>
          </p:cNvPr>
          <p:cNvSpPr txBox="1"/>
          <p:nvPr/>
        </p:nvSpPr>
        <p:spPr>
          <a:xfrm>
            <a:off x="8033810" y="4077485"/>
            <a:ext cx="385937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Here the end=‘*’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E6BFFC-74CB-3BB5-3FDE-2499F36C3FD0}"/>
              </a:ext>
            </a:extLst>
          </p:cNvPr>
          <p:cNvSpPr txBox="1"/>
          <p:nvPr/>
        </p:nvSpPr>
        <p:spPr>
          <a:xfrm>
            <a:off x="8033809" y="5123545"/>
            <a:ext cx="3859375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At each time the print() calls then the end applies by default the end is ‘\n’.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121265-1D59-66BF-AA4C-4CB226BF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3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8943F-4E01-C352-4F8E-B357EFCC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00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D3DD-0370-4FA3-4741-2E5A08D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(Sep=‘ ’)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54670C-8D39-1831-E37D-BAD735530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Example : </a:t>
            </a:r>
          </a:p>
          <a:p>
            <a:pPr marL="0" indent="0">
              <a:buNone/>
            </a:pPr>
            <a:r>
              <a:rPr lang="en-IN" sz="2000" dirty="0"/>
              <a:t>a = 10</a:t>
            </a:r>
          </a:p>
          <a:p>
            <a:pPr marL="0" indent="0">
              <a:buNone/>
            </a:pPr>
            <a:r>
              <a:rPr lang="en-IN" sz="2000" dirty="0"/>
              <a:t>b = 20</a:t>
            </a:r>
          </a:p>
          <a:p>
            <a:pPr marL="0" indent="0">
              <a:buNone/>
            </a:pPr>
            <a:r>
              <a:rPr lang="en-IN" sz="2000" dirty="0"/>
              <a:t>print(a,b)</a:t>
            </a:r>
          </a:p>
          <a:p>
            <a:pPr marL="0" indent="0">
              <a:buNone/>
            </a:pPr>
            <a:r>
              <a:rPr lang="en-IN" sz="2000" b="1" dirty="0"/>
              <a:t>Output : </a:t>
            </a:r>
          </a:p>
          <a:p>
            <a:pPr marL="0" indent="0">
              <a:buNone/>
            </a:pPr>
            <a:r>
              <a:rPr lang="en-IN" sz="2000" dirty="0"/>
              <a:t>10 20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Example : </a:t>
            </a:r>
            <a:br>
              <a:rPr lang="en-IN" sz="2000" dirty="0"/>
            </a:br>
            <a:r>
              <a:rPr lang="en-IN" sz="2000" dirty="0"/>
              <a:t>a = 10</a:t>
            </a:r>
          </a:p>
          <a:p>
            <a:pPr marL="0" indent="0">
              <a:buNone/>
            </a:pPr>
            <a:r>
              <a:rPr lang="en-IN" sz="2000" dirty="0"/>
              <a:t>b = 20</a:t>
            </a:r>
          </a:p>
          <a:p>
            <a:pPr marL="0" indent="0">
              <a:buNone/>
            </a:pPr>
            <a:r>
              <a:rPr lang="en-IN" sz="2000" dirty="0"/>
              <a:t>print(a,b,sep='-’)</a:t>
            </a:r>
          </a:p>
          <a:p>
            <a:pPr marL="0" indent="0">
              <a:buNone/>
            </a:pPr>
            <a:r>
              <a:rPr lang="en-IN" sz="2000" b="1" dirty="0"/>
              <a:t>Output : </a:t>
            </a:r>
          </a:p>
          <a:p>
            <a:pPr marL="0" indent="0">
              <a:buNone/>
            </a:pPr>
            <a:r>
              <a:rPr lang="en-IN" sz="2000" dirty="0"/>
              <a:t>10-20</a:t>
            </a:r>
          </a:p>
          <a:p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2903A-29A3-C84A-D615-B0B0969F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9C9EF2-A9D5-7E6F-BEFC-700A01074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4</a:t>
            </a:fld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22A9F-CC06-FFEE-A884-59BE6B224F76}"/>
              </a:ext>
            </a:extLst>
          </p:cNvPr>
          <p:cNvSpPr/>
          <p:nvPr/>
        </p:nvSpPr>
        <p:spPr>
          <a:xfrm>
            <a:off x="582102" y="2031337"/>
            <a:ext cx="2643809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3D42ED-9E08-8899-1459-CB2D1AC6F77A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225911" y="2156369"/>
            <a:ext cx="2832653" cy="141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9B4E3C-8BCD-939A-DA55-3870A199092A}"/>
              </a:ext>
            </a:extLst>
          </p:cNvPr>
          <p:cNvSpPr txBox="1"/>
          <p:nvPr/>
        </p:nvSpPr>
        <p:spPr>
          <a:xfrm>
            <a:off x="6058564" y="1971703"/>
            <a:ext cx="385937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Sep not modified, by default it’s ‘ ‘.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D1BAF-5B9C-BA65-28B8-C0A8EB475B14}"/>
              </a:ext>
            </a:extLst>
          </p:cNvPr>
          <p:cNvSpPr/>
          <p:nvPr/>
        </p:nvSpPr>
        <p:spPr>
          <a:xfrm>
            <a:off x="578898" y="4716670"/>
            <a:ext cx="2643809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9FC49B-B7B0-62DC-01EE-9B818FFF27CE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3222707" y="4841702"/>
            <a:ext cx="2832653" cy="141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F4FD2EA-83B9-7DFD-9F24-810F3DE23E0F}"/>
              </a:ext>
            </a:extLst>
          </p:cNvPr>
          <p:cNvSpPr txBox="1"/>
          <p:nvPr/>
        </p:nvSpPr>
        <p:spPr>
          <a:xfrm>
            <a:off x="6055360" y="4657036"/>
            <a:ext cx="385937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Sep is modified, as ‘-’.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18C232-EDB8-5604-D782-0B44B612C433}"/>
              </a:ext>
            </a:extLst>
          </p:cNvPr>
          <p:cNvSpPr/>
          <p:nvPr/>
        </p:nvSpPr>
        <p:spPr>
          <a:xfrm>
            <a:off x="578898" y="2827064"/>
            <a:ext cx="2643809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988357-3A20-DB06-00AD-9D3FEBCD0171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222707" y="2952096"/>
            <a:ext cx="2832653" cy="141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CDB43B-359B-5191-B07F-F40E8B6F1B31}"/>
              </a:ext>
            </a:extLst>
          </p:cNvPr>
          <p:cNvSpPr txBox="1"/>
          <p:nvPr/>
        </p:nvSpPr>
        <p:spPr>
          <a:xfrm>
            <a:off x="6055360" y="2767430"/>
            <a:ext cx="5151120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The a &amp; b prints like a+sep+b,here sep is just a space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238A23-DC33-2A4F-637A-8288E662005C}"/>
              </a:ext>
            </a:extLst>
          </p:cNvPr>
          <p:cNvSpPr/>
          <p:nvPr/>
        </p:nvSpPr>
        <p:spPr>
          <a:xfrm>
            <a:off x="578898" y="5483634"/>
            <a:ext cx="2643809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D971298-2E57-828A-8BD4-D9576B3671EA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3222707" y="5608666"/>
            <a:ext cx="2832653" cy="141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B1A1FC8-013E-177F-34BF-4E52E5ED030D}"/>
              </a:ext>
            </a:extLst>
          </p:cNvPr>
          <p:cNvSpPr txBox="1"/>
          <p:nvPr/>
        </p:nvSpPr>
        <p:spPr>
          <a:xfrm>
            <a:off x="6055360" y="5424000"/>
            <a:ext cx="5151120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The a &amp; b prints like a+sep+b,here sep is ‘-’ character</a:t>
            </a:r>
          </a:p>
        </p:txBody>
      </p:sp>
    </p:spTree>
    <p:extLst>
      <p:ext uri="{BB962C8B-B14F-4D97-AF65-F5344CB8AC3E}">
        <p14:creationId xmlns:p14="http://schemas.microsoft.com/office/powerpoint/2010/main" val="104164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F828-93A4-C474-74FF-5DDC2F67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 &amp; range()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F9021-AAC7-B042-B230-EA8B831E2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Two types of for loop : </a:t>
            </a:r>
          </a:p>
          <a:p>
            <a:pPr lvl="1"/>
            <a:r>
              <a:rPr lang="en-IN" dirty="0"/>
              <a:t> for strings.</a:t>
            </a:r>
          </a:p>
          <a:p>
            <a:pPr lvl="1"/>
            <a:r>
              <a:rPr lang="en-IN" dirty="0"/>
              <a:t> for integer ranges.</a:t>
            </a:r>
          </a:p>
          <a:p>
            <a:pPr lvl="1"/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Range() : </a:t>
            </a:r>
          </a:p>
          <a:p>
            <a:pPr lvl="1"/>
            <a:r>
              <a:rPr lang="en-IN" dirty="0"/>
              <a:t> </a:t>
            </a:r>
            <a:r>
              <a:rPr lang="en-IN" b="1" dirty="0"/>
              <a:t>Syntax : range(start, stop, step)</a:t>
            </a:r>
          </a:p>
          <a:p>
            <a:pPr lvl="1"/>
            <a:r>
              <a:rPr lang="en-IN" b="1" dirty="0"/>
              <a:t> three different </a:t>
            </a:r>
            <a:r>
              <a:rPr lang="en-IN" dirty="0"/>
              <a:t>types of usages : </a:t>
            </a:r>
          </a:p>
          <a:p>
            <a:pPr lvl="2"/>
            <a:r>
              <a:rPr lang="en-IN" dirty="0"/>
              <a:t>With all included.</a:t>
            </a:r>
          </a:p>
          <a:p>
            <a:pPr lvl="2"/>
            <a:r>
              <a:rPr lang="en-IN" dirty="0"/>
              <a:t>With start &amp; stop.</a:t>
            </a:r>
          </a:p>
          <a:p>
            <a:pPr lvl="2"/>
            <a:r>
              <a:rPr lang="en-IN" dirty="0"/>
              <a:t>With only stop.</a:t>
            </a:r>
          </a:p>
          <a:p>
            <a:pPr lvl="1"/>
            <a:r>
              <a:rPr lang="en-IN" b="1" dirty="0"/>
              <a:t> start : </a:t>
            </a:r>
            <a:r>
              <a:rPr lang="en-IN" dirty="0"/>
              <a:t>where the loop wants to start,default is 0</a:t>
            </a:r>
            <a:r>
              <a:rPr lang="en-IN" b="1" dirty="0"/>
              <a:t> </a:t>
            </a:r>
            <a:r>
              <a:rPr lang="en-IN" dirty="0"/>
              <a:t>;</a:t>
            </a:r>
            <a:r>
              <a:rPr lang="en-IN" b="1" dirty="0"/>
              <a:t> stop : </a:t>
            </a:r>
            <a:r>
              <a:rPr lang="en-IN" dirty="0"/>
              <a:t>mandatory parameter &amp; loops till stop-1 ; </a:t>
            </a:r>
            <a:r>
              <a:rPr lang="en-IN" b="1" dirty="0"/>
              <a:t>step : </a:t>
            </a:r>
            <a:r>
              <a:rPr lang="en-IN" dirty="0"/>
              <a:t>how many steps skips within the range,default is 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691CA-0746-C5F0-61C4-9752B44D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39451-1706-B715-3A11-1CDB4E5D6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20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2BCD-2E85-EF89-BDA9-8E2BFE8DF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range()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C8793-709F-955B-D270-E1F7480D7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Program : </a:t>
            </a:r>
          </a:p>
          <a:p>
            <a:pPr marL="0" indent="0">
              <a:buNone/>
            </a:pPr>
            <a:r>
              <a:rPr lang="en-IN" sz="2000" dirty="0"/>
              <a:t>print(*range(1,6,2))</a:t>
            </a:r>
          </a:p>
          <a:p>
            <a:pPr marL="0" indent="0">
              <a:buNone/>
            </a:pPr>
            <a:r>
              <a:rPr lang="en-IN" sz="2000" b="1" dirty="0"/>
              <a:t>Output : </a:t>
            </a:r>
          </a:p>
          <a:p>
            <a:pPr marL="0" indent="0">
              <a:buNone/>
            </a:pPr>
            <a:r>
              <a:rPr lang="en-IN" sz="2000" dirty="0"/>
              <a:t>1 3 5</a:t>
            </a:r>
          </a:p>
          <a:p>
            <a:pPr marL="0" indent="0">
              <a:buNone/>
            </a:pPr>
            <a:r>
              <a:rPr lang="en-IN" sz="2000" b="1" dirty="0"/>
              <a:t>Program : </a:t>
            </a:r>
          </a:p>
          <a:p>
            <a:pPr marL="0" indent="0">
              <a:buNone/>
            </a:pPr>
            <a:r>
              <a:rPr lang="en-IN" sz="2000" dirty="0"/>
              <a:t>print(*range(1,5))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Output : </a:t>
            </a:r>
          </a:p>
          <a:p>
            <a:pPr marL="0" indent="0">
              <a:buNone/>
            </a:pPr>
            <a:r>
              <a:rPr lang="en-IN" sz="2000" dirty="0"/>
              <a:t>1 2 3 4 </a:t>
            </a:r>
          </a:p>
          <a:p>
            <a:pPr marL="0" indent="0">
              <a:buNone/>
            </a:pPr>
            <a:r>
              <a:rPr lang="en-IN" sz="2000" b="1" dirty="0"/>
              <a:t>Program :</a:t>
            </a:r>
          </a:p>
          <a:p>
            <a:pPr marL="0" indent="0">
              <a:buNone/>
            </a:pPr>
            <a:r>
              <a:rPr lang="en-IN" sz="2000" dirty="0"/>
              <a:t>print(*range(4))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Output : </a:t>
            </a:r>
          </a:p>
          <a:p>
            <a:pPr marL="0" indent="0">
              <a:buNone/>
            </a:pPr>
            <a:r>
              <a:rPr lang="en-IN" sz="2000" dirty="0"/>
              <a:t>0 1 2 3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9D180-212A-AF8B-3F16-60CA6AF0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0F40E-0D67-C568-188D-663222F8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6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7C453F-8EAB-CFC4-C31C-DF3F4606AF34}"/>
              </a:ext>
            </a:extLst>
          </p:cNvPr>
          <p:cNvSpPr/>
          <p:nvPr/>
        </p:nvSpPr>
        <p:spPr>
          <a:xfrm>
            <a:off x="619538" y="1220683"/>
            <a:ext cx="2643809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AEA238-E316-01C9-7A1A-F64D274C50B4}"/>
              </a:ext>
            </a:extLst>
          </p:cNvPr>
          <p:cNvCxnSpPr>
            <a:cxnSpLocks/>
          </p:cNvCxnSpPr>
          <p:nvPr/>
        </p:nvCxnSpPr>
        <p:spPr>
          <a:xfrm>
            <a:off x="3263347" y="1339010"/>
            <a:ext cx="2913933" cy="37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5CE91DA-C371-3705-D189-24FD2B9C2CAC}"/>
              </a:ext>
            </a:extLst>
          </p:cNvPr>
          <p:cNvSpPr txBox="1"/>
          <p:nvPr/>
        </p:nvSpPr>
        <p:spPr>
          <a:xfrm>
            <a:off x="6177280" y="877345"/>
            <a:ext cx="3859375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Parameters : start,end,step</a:t>
            </a:r>
          </a:p>
          <a:p>
            <a:r>
              <a:rPr lang="en-IN" dirty="0"/>
              <a:t>Starts with start , runs till end-1 and step that skips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9E1055-3925-E7FD-CE3B-CFA79EBEEBA1}"/>
              </a:ext>
            </a:extLst>
          </p:cNvPr>
          <p:cNvSpPr/>
          <p:nvPr/>
        </p:nvSpPr>
        <p:spPr>
          <a:xfrm>
            <a:off x="582102" y="2833977"/>
            <a:ext cx="2643809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AF8EBB-7E45-F061-345A-64291916B16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25911" y="2973125"/>
            <a:ext cx="2951368" cy="232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25FAA1-5F80-A058-233C-346D59FB6FEC}"/>
              </a:ext>
            </a:extLst>
          </p:cNvPr>
          <p:cNvSpPr txBox="1"/>
          <p:nvPr/>
        </p:nvSpPr>
        <p:spPr>
          <a:xfrm>
            <a:off x="6177279" y="2673253"/>
            <a:ext cx="3859375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Parameters : start,end</a:t>
            </a:r>
          </a:p>
          <a:p>
            <a:r>
              <a:rPr lang="en-IN" dirty="0"/>
              <a:t>Starts with start , runs till end-1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1350B-1CF8-9494-DD34-CE6BE609C948}"/>
              </a:ext>
            </a:extLst>
          </p:cNvPr>
          <p:cNvSpPr/>
          <p:nvPr/>
        </p:nvSpPr>
        <p:spPr>
          <a:xfrm>
            <a:off x="619538" y="4440213"/>
            <a:ext cx="2643809" cy="27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D88F8A-7FDB-CCEB-2733-2918B19A85D8}"/>
              </a:ext>
            </a:extLst>
          </p:cNvPr>
          <p:cNvCxnSpPr>
            <a:cxnSpLocks/>
          </p:cNvCxnSpPr>
          <p:nvPr/>
        </p:nvCxnSpPr>
        <p:spPr>
          <a:xfrm>
            <a:off x="3263347" y="4594125"/>
            <a:ext cx="291393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49BA72-0522-BE2E-B9DC-C80CD633E2D9}"/>
              </a:ext>
            </a:extLst>
          </p:cNvPr>
          <p:cNvSpPr txBox="1"/>
          <p:nvPr/>
        </p:nvSpPr>
        <p:spPr>
          <a:xfrm>
            <a:off x="6177279" y="4256195"/>
            <a:ext cx="3859375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Parameters : end</a:t>
            </a:r>
          </a:p>
          <a:p>
            <a:r>
              <a:rPr lang="en-IN" dirty="0"/>
              <a:t>Starts with 0 , runs till end-1</a:t>
            </a:r>
          </a:p>
        </p:txBody>
      </p:sp>
    </p:spTree>
    <p:extLst>
      <p:ext uri="{BB962C8B-B14F-4D97-AF65-F5344CB8AC3E}">
        <p14:creationId xmlns:p14="http://schemas.microsoft.com/office/powerpoint/2010/main" val="2932575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B5D2-67DF-88A9-BF1A-9DBEB0D0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E92-C3F9-AA47-E285-E6F7DF079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Problem 1 : </a:t>
            </a:r>
          </a:p>
          <a:p>
            <a:pPr marL="0" indent="0">
              <a:buNone/>
            </a:pPr>
            <a:r>
              <a:rPr lang="en-IN" dirty="0"/>
              <a:t>Print the following pattern : </a:t>
            </a:r>
          </a:p>
          <a:p>
            <a:pPr marL="0" indent="0">
              <a:buNone/>
            </a:pPr>
            <a:r>
              <a:rPr lang="en-IN" dirty="0"/>
              <a:t>1*2*3*4</a:t>
            </a:r>
          </a:p>
          <a:p>
            <a:pPr marL="0" indent="0">
              <a:buNone/>
            </a:pPr>
            <a:r>
              <a:rPr lang="en-IN" dirty="0"/>
              <a:t>1*2*3</a:t>
            </a:r>
          </a:p>
          <a:p>
            <a:pPr marL="0" indent="0">
              <a:buNone/>
            </a:pPr>
            <a:r>
              <a:rPr lang="en-IN" dirty="0"/>
              <a:t>1*2</a:t>
            </a:r>
          </a:p>
          <a:p>
            <a:pPr marL="0" indent="0">
              <a:buNone/>
            </a:pPr>
            <a:r>
              <a:rPr lang="en-IN" dirty="0"/>
              <a:t>1</a:t>
            </a:r>
          </a:p>
          <a:p>
            <a:pPr marL="0" indent="0">
              <a:buNone/>
            </a:pPr>
            <a:r>
              <a:rPr lang="en-IN" b="1" dirty="0"/>
              <a:t>Problem 2 : </a:t>
            </a:r>
          </a:p>
          <a:p>
            <a:pPr marL="0" indent="0">
              <a:buNone/>
            </a:pPr>
            <a:r>
              <a:rPr lang="en-IN" dirty="0"/>
              <a:t>Print even numbers from 1 to 20 without using if-else condition.</a:t>
            </a:r>
          </a:p>
          <a:p>
            <a:pPr marL="0" indent="0">
              <a:buNone/>
            </a:pPr>
            <a:r>
              <a:rPr lang="en-IN" b="1" dirty="0"/>
              <a:t>Problem 3 : </a:t>
            </a:r>
          </a:p>
          <a:p>
            <a:pPr marL="0" indent="0">
              <a:buNone/>
            </a:pPr>
            <a:r>
              <a:rPr lang="en-IN" dirty="0"/>
              <a:t>Print 10 to 1 using range function.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49DD4-FDC1-4798-AA2E-BB7E02CD7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5ED44-2528-A12C-126D-663372A0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77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EE62-DC22-0CFB-944A-ED53C1DC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FFDDE-2288-DE7B-F49A-BB1022F96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Containers to store 2 or more items of any datatypes.</a:t>
            </a:r>
          </a:p>
          <a:p>
            <a:r>
              <a:rPr lang="en-IN" dirty="0"/>
              <a:t> Has Index.</a:t>
            </a:r>
          </a:p>
          <a:p>
            <a:r>
              <a:rPr lang="en-IN" dirty="0"/>
              <a:t> </a:t>
            </a:r>
            <a:r>
              <a:rPr lang="en-IN" b="1" dirty="0"/>
              <a:t>Initialization : </a:t>
            </a:r>
            <a:endParaRPr lang="en-IN" dirty="0"/>
          </a:p>
          <a:p>
            <a:pPr lvl="1"/>
            <a:r>
              <a:rPr lang="en-IN" dirty="0"/>
              <a:t> stream = []			# Empty List</a:t>
            </a:r>
          </a:p>
          <a:p>
            <a:pPr lvl="1"/>
            <a:r>
              <a:rPr lang="en-IN" dirty="0"/>
              <a:t> stream = [1,2,3,5,6]		# With same datatype elements</a:t>
            </a:r>
          </a:p>
          <a:p>
            <a:pPr lvl="1"/>
            <a:r>
              <a:rPr lang="en-IN" dirty="0"/>
              <a:t> stream = [1,’ram’,’IT’]	     	# With different datatype elements</a:t>
            </a:r>
          </a:p>
          <a:p>
            <a:r>
              <a:rPr lang="en-IN" dirty="0"/>
              <a:t> </a:t>
            </a:r>
            <a:r>
              <a:rPr lang="en-IN" b="1" dirty="0"/>
              <a:t>Operations : </a:t>
            </a:r>
            <a:endParaRPr lang="en-IN" dirty="0"/>
          </a:p>
          <a:p>
            <a:pPr lvl="1"/>
            <a:r>
              <a:rPr lang="en-IN" dirty="0"/>
              <a:t> append(element) , index(element) , pop(index) , remove(element) , reverse() , count(element) , sort(key,reverse) , copy() , clear()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73026-9EAC-80CD-CF7B-FCEA913E7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46489-8D70-3E0A-00B4-E6D8AA9C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24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B7FB-2B0B-C22F-AEA6-EB1D5D88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B1AD2-C1BD-6298-4297-9ECD161E5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Problem 1 : </a:t>
            </a:r>
            <a:r>
              <a:rPr lang="en-IN" dirty="0"/>
              <a:t>Store 10 numbers in a list and print only the even numbers.</a:t>
            </a:r>
          </a:p>
          <a:p>
            <a:r>
              <a:rPr lang="en-IN" dirty="0"/>
              <a:t> </a:t>
            </a:r>
            <a:r>
              <a:rPr lang="en-IN" b="1" dirty="0"/>
              <a:t>Problem 2 : </a:t>
            </a:r>
            <a:r>
              <a:rPr lang="en-IN" dirty="0"/>
              <a:t>Find Duplicate Elements</a:t>
            </a:r>
          </a:p>
          <a:p>
            <a:r>
              <a:rPr lang="en-IN" dirty="0"/>
              <a:t> </a:t>
            </a:r>
            <a:r>
              <a:rPr lang="en-IN" b="1" dirty="0"/>
              <a:t>Problem 3 : </a:t>
            </a:r>
            <a:r>
              <a:rPr lang="en-IN" dirty="0"/>
              <a:t>Find the largest and smallest element in a list of numbers.</a:t>
            </a:r>
          </a:p>
          <a:p>
            <a:r>
              <a:rPr lang="en-IN" dirty="0"/>
              <a:t> </a:t>
            </a:r>
            <a:r>
              <a:rPr lang="en-IN" b="1" dirty="0"/>
              <a:t>Problem 4 : </a:t>
            </a:r>
            <a:r>
              <a:rPr lang="en-IN" dirty="0"/>
              <a:t>Count how many times a given number appears in a list.</a:t>
            </a:r>
          </a:p>
          <a:p>
            <a:pPr lvl="1"/>
            <a:r>
              <a:rPr lang="en-IN" dirty="0"/>
              <a:t>List = [1, 2, 3, 2, 4, 2], Number = 2</a:t>
            </a:r>
          </a:p>
          <a:p>
            <a:pPr lvl="1"/>
            <a:r>
              <a:rPr lang="en-IN" dirty="0"/>
              <a:t>Output: 3</a:t>
            </a:r>
          </a:p>
          <a:p>
            <a:r>
              <a:rPr lang="en-IN" dirty="0"/>
              <a:t> </a:t>
            </a:r>
            <a:r>
              <a:rPr lang="en-IN" b="1" dirty="0"/>
              <a:t>Problem 5 : </a:t>
            </a:r>
            <a:r>
              <a:rPr lang="en-IN" dirty="0"/>
              <a:t>Create a new list containing the squares of all elements in a given list.</a:t>
            </a:r>
          </a:p>
          <a:p>
            <a:r>
              <a:rPr lang="en-IN" dirty="0"/>
              <a:t> </a:t>
            </a:r>
            <a:r>
              <a:rPr lang="en-IN" b="1" dirty="0"/>
              <a:t>Problem 6 : </a:t>
            </a:r>
            <a:r>
              <a:rPr lang="en-IN" dirty="0"/>
              <a:t>Check whether a given number exists in a list or not.</a:t>
            </a:r>
          </a:p>
          <a:p>
            <a:r>
              <a:rPr lang="en-IN" dirty="0"/>
              <a:t> </a:t>
            </a:r>
            <a:r>
              <a:rPr lang="en-IN" b="1" dirty="0"/>
              <a:t>Problem 7 : </a:t>
            </a:r>
            <a:r>
              <a:rPr lang="en-IN" dirty="0"/>
              <a:t>Find the first Duplicate Element.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6041BA-A271-EF04-C0FA-29D50C655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EC575-9016-798D-B34E-0A10F2E1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043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01FD-E07A-5365-0F13-76EF2951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24CDD-4D53-3E22-20DE-4361F2467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Types : </a:t>
            </a:r>
            <a:endParaRPr lang="en-IN" dirty="0"/>
          </a:p>
          <a:p>
            <a:pPr lvl="1"/>
            <a:r>
              <a:rPr lang="en-IN" dirty="0"/>
              <a:t> Arithmetic Operator		- 	(+, -, *, /, //, %, **)</a:t>
            </a:r>
          </a:p>
          <a:p>
            <a:pPr lvl="1"/>
            <a:r>
              <a:rPr lang="en-IN" dirty="0"/>
              <a:t> Logical Operator		- 	(and, or, not)</a:t>
            </a:r>
          </a:p>
          <a:p>
            <a:pPr lvl="1"/>
            <a:r>
              <a:rPr lang="en-IN" dirty="0"/>
              <a:t> Comparison Operator		- 	(==, !=, &gt;, &lt;, &lt;=, &gt;=)</a:t>
            </a:r>
          </a:p>
          <a:p>
            <a:pPr lvl="1"/>
            <a:r>
              <a:rPr lang="en-IN" dirty="0"/>
              <a:t> Assignment Operator		- 	(+=, -=, *=, /=, //=, %=, **=)</a:t>
            </a:r>
          </a:p>
          <a:p>
            <a:pPr lvl="1"/>
            <a:r>
              <a:rPr lang="en-IN" dirty="0"/>
              <a:t> Membership Operator		- 	(in, not in)</a:t>
            </a:r>
          </a:p>
          <a:p>
            <a:pPr lvl="1"/>
            <a:r>
              <a:rPr lang="en-IN" dirty="0"/>
              <a:t> Identity Operator		- 	(is, is not)</a:t>
            </a:r>
          </a:p>
          <a:p>
            <a:pPr lvl="1"/>
            <a:r>
              <a:rPr lang="en-IN" dirty="0"/>
              <a:t> Ternary Operator		- 	( if else in-line)</a:t>
            </a:r>
          </a:p>
          <a:p>
            <a:pPr lvl="1"/>
            <a:r>
              <a:rPr lang="en-IN" dirty="0"/>
              <a:t> Binary Operator 		-	(&amp;, |, ^, ~, &lt;&lt;, &gt;&gt;)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9ACBA-B783-E4FC-C01B-CC43EC1A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BA8F7-DE6D-8B33-D0E1-D1FF5B5D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710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7DE1-8140-086F-E294-220D7CDA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60BF-21A4-51B7-568F-00C7FE779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“” and ‘’ both considered as string.</a:t>
            </a:r>
          </a:p>
          <a:p>
            <a:r>
              <a:rPr lang="en-IN" dirty="0"/>
              <a:t> Has Index.</a:t>
            </a:r>
          </a:p>
          <a:p>
            <a:r>
              <a:rPr lang="en-IN" dirty="0"/>
              <a:t> </a:t>
            </a:r>
            <a:r>
              <a:rPr lang="en-IN" b="1" dirty="0"/>
              <a:t>Initialization : </a:t>
            </a:r>
            <a:endParaRPr lang="en-IN" dirty="0"/>
          </a:p>
          <a:p>
            <a:pPr lvl="1"/>
            <a:r>
              <a:rPr lang="en-IN" dirty="0"/>
              <a:t> stream = ‘’ or stream = “”		# Empty String</a:t>
            </a:r>
          </a:p>
          <a:p>
            <a:pPr lvl="1"/>
            <a:r>
              <a:rPr lang="en-IN" dirty="0"/>
              <a:t> stream = ‘hello’ or stream = “hello”	# With characters</a:t>
            </a:r>
          </a:p>
          <a:p>
            <a:r>
              <a:rPr lang="en-IN" dirty="0"/>
              <a:t> </a:t>
            </a:r>
            <a:r>
              <a:rPr lang="en-IN" b="1" dirty="0"/>
              <a:t>Operations : </a:t>
            </a:r>
          </a:p>
          <a:p>
            <a:pPr lvl="1"/>
            <a:r>
              <a:rPr lang="en-IN" dirty="0"/>
              <a:t> split(string) , capitalize() , center(width,string) , count(string) , endswith(string) , find(string) , format(parameters) , index(string) , replace(string,new,count) , strip(string) , upper() , lower() , startswith(string) , 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8D44EF-30AE-DF30-44A6-07DB9C38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49830-785E-FCB6-8342-076EA253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65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6AA8-60AC-8A2C-4715-F7E00938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98D36-22AB-663B-51A9-37C097B7D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 Check Anagram. (Example : listen – silent)</a:t>
            </a:r>
          </a:p>
          <a:p>
            <a:r>
              <a:rPr lang="en-IN" dirty="0"/>
              <a:t> Find Longest Word. (Example : Java is a powerful language, powerful)</a:t>
            </a:r>
          </a:p>
          <a:p>
            <a:r>
              <a:rPr lang="en-IN" dirty="0"/>
              <a:t> Count Digits, Alphabets, and Special Characters.</a:t>
            </a:r>
          </a:p>
          <a:p>
            <a:pPr lvl="1"/>
            <a:r>
              <a:rPr lang="en-IN" dirty="0"/>
              <a:t> Example : Java@123 , </a:t>
            </a:r>
            <a:r>
              <a:rPr lang="en-IN" b="1" dirty="0"/>
              <a:t>o/p : </a:t>
            </a:r>
            <a:r>
              <a:rPr lang="en-IN" dirty="0"/>
              <a:t>Letters: 4,Digits: 3,Special: 1</a:t>
            </a:r>
            <a:endParaRPr lang="en-IN" b="1" dirty="0"/>
          </a:p>
          <a:p>
            <a:r>
              <a:rPr lang="en-IN" b="1" dirty="0"/>
              <a:t> </a:t>
            </a:r>
            <a:r>
              <a:rPr lang="en-IN" dirty="0"/>
              <a:t>Compress a String. (Example : aaabbcccc , a3b2c4)</a:t>
            </a:r>
          </a:p>
          <a:p>
            <a:r>
              <a:rPr lang="en-IN" dirty="0"/>
              <a:t> Check Rotation. (Example : ABCD,CDAB , Rotation)</a:t>
            </a:r>
          </a:p>
          <a:p>
            <a:r>
              <a:rPr lang="en-IN" dirty="0"/>
              <a:t> Reverse Words in a Sentence. </a:t>
            </a:r>
          </a:p>
          <a:p>
            <a:pPr lvl="1"/>
            <a:r>
              <a:rPr lang="en-IN" dirty="0"/>
              <a:t> Example : Java is awesome , </a:t>
            </a:r>
            <a:r>
              <a:rPr lang="en-IN" b="1" dirty="0"/>
              <a:t>o/p : </a:t>
            </a:r>
            <a:r>
              <a:rPr lang="en-IN" dirty="0"/>
              <a:t>awesome is Java</a:t>
            </a:r>
          </a:p>
          <a:p>
            <a:r>
              <a:rPr lang="en-IN" dirty="0"/>
              <a:t> Check Whether Two Strings Differ by One Character.</a:t>
            </a:r>
          </a:p>
          <a:p>
            <a:pPr lvl="1"/>
            <a:r>
              <a:rPr lang="en-IN" dirty="0"/>
              <a:t> Example : book , </a:t>
            </a:r>
            <a:r>
              <a:rPr lang="en-IN" b="1" dirty="0"/>
              <a:t>o/p : </a:t>
            </a:r>
            <a:r>
              <a:rPr lang="en-IN" dirty="0"/>
              <a:t>books</a:t>
            </a:r>
          </a:p>
          <a:p>
            <a:r>
              <a:rPr lang="en-IN" dirty="0"/>
              <a:t> First Non-Repeating Character. (Example : swiss , w)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42985-39AA-441E-137E-DB4FB5A2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60E8-0891-C424-B367-8BD89DB3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2296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576D-E0EF-4A9A-A497-B1168902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04B2-BB45-7DD4-98DA-444E7EA08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Patterns : </a:t>
            </a:r>
            <a:r>
              <a:rPr lang="en-IN" dirty="0"/>
              <a:t>Square Pattern , Right&amp;Left Triangle , Inverted Right&amp;Left Triangle , Pyramid , Diamond , Binary Triangle , Butterfly Pattern , X Pattern , Palindrome Triangle , Concentric Number Pattern</a:t>
            </a:r>
          </a:p>
          <a:p>
            <a:pPr lvl="1"/>
            <a:r>
              <a:rPr lang="en-IN" dirty="0"/>
              <a:t>Jagged Number Pattern :</a:t>
            </a:r>
            <a:br>
              <a:rPr lang="en-IN" dirty="0"/>
            </a:br>
            <a:r>
              <a:rPr lang="en-IN" dirty="0"/>
              <a:t>1</a:t>
            </a:r>
            <a:br>
              <a:rPr lang="en-IN" dirty="0"/>
            </a:br>
            <a:r>
              <a:rPr lang="en-IN" dirty="0"/>
              <a:t>2 6</a:t>
            </a:r>
            <a:br>
              <a:rPr lang="en-IN" dirty="0"/>
            </a:br>
            <a:r>
              <a:rPr lang="en-IN" dirty="0"/>
              <a:t>3 7 10</a:t>
            </a:r>
            <a:br>
              <a:rPr lang="en-IN" dirty="0"/>
            </a:br>
            <a:r>
              <a:rPr lang="en-IN" dirty="0"/>
              <a:t>4 8 11 13</a:t>
            </a:r>
            <a:br>
              <a:rPr lang="en-IN" dirty="0"/>
            </a:br>
            <a:r>
              <a:rPr lang="en-IN" dirty="0"/>
              <a:t>5 9 12 14 15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C9D5C-7E60-BFC2-E039-64E50C53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E6ECD-A1A0-5B01-634C-6C2B4A39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225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D4A0-085D-A9E8-4607-7501E6F3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4A63C-5EB5-3F88-22DB-F24ADFAE6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key-value pairs.</a:t>
            </a:r>
          </a:p>
          <a:p>
            <a:r>
              <a:rPr lang="en-IN" dirty="0"/>
              <a:t> </a:t>
            </a:r>
            <a:r>
              <a:rPr lang="en-IN" b="1" dirty="0"/>
              <a:t>Syntax : </a:t>
            </a:r>
            <a:r>
              <a:rPr lang="en-IN" dirty="0"/>
              <a:t>{key (datatype) : value (datatype)}</a:t>
            </a:r>
          </a:p>
          <a:p>
            <a:r>
              <a:rPr lang="en-IN" dirty="0"/>
              <a:t> </a:t>
            </a:r>
            <a:r>
              <a:rPr lang="en-IN" b="1" dirty="0"/>
              <a:t>Initialization : </a:t>
            </a:r>
          </a:p>
          <a:p>
            <a:pPr lvl="1"/>
            <a:r>
              <a:rPr lang="en-IN" dirty="0"/>
              <a:t> stream = dict()	or stream = {}		# Empty dictionary</a:t>
            </a:r>
          </a:p>
          <a:p>
            <a:pPr lvl="1"/>
            <a:r>
              <a:rPr lang="en-IN" dirty="0"/>
              <a:t> stream = {‘a’:1,’b’:2,’c’:3}		# dictionary with values</a:t>
            </a:r>
          </a:p>
          <a:p>
            <a:r>
              <a:rPr lang="en-IN" dirty="0"/>
              <a:t> </a:t>
            </a:r>
            <a:r>
              <a:rPr lang="en-IN" b="1" dirty="0"/>
              <a:t>Operations : </a:t>
            </a:r>
          </a:p>
          <a:p>
            <a:pPr lvl="1"/>
            <a:r>
              <a:rPr lang="en-IN" dirty="0"/>
              <a:t> keys() , values() , items() , get(key) , update() , pop()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DD2A2-7326-6ED7-0DEF-45C5E2592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BB4E1-0FFB-85C6-8032-8CB80494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917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BA1B-AE30-E9DB-9F42-D518479C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117B-4C92-2682-BB17-53238FEC8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Count Frequency.</a:t>
            </a:r>
          </a:p>
          <a:p>
            <a:r>
              <a:rPr lang="en-IN" dirty="0"/>
              <a:t> Sort String wrt frequency.</a:t>
            </a:r>
          </a:p>
          <a:p>
            <a:r>
              <a:rPr lang="en-IN" dirty="0"/>
              <a:t> Group Anagrams : stream = ["eat","tea","tan","ate","nat","bat"] ; o/p: {'a1e1t1': ['eat', 'tea', 'ate'], 'a1n1t1': ['tan', 'nat'], 'a1b1t1': ['bat’]}</a:t>
            </a:r>
          </a:p>
          <a:p>
            <a:r>
              <a:rPr lang="en-IN" dirty="0"/>
              <a:t> Grouping. Example : </a:t>
            </a:r>
            <a:r>
              <a:rPr lang="en-GB" dirty="0"/>
              <a:t>{"John":20, "Mary":21, "Tom":20, "Alice":21}; o/p:{ 20:["John","Tom"], 21:["Mary","Alice"]}.</a:t>
            </a:r>
          </a:p>
          <a:p>
            <a:r>
              <a:rPr lang="en-GB" dirty="0"/>
              <a:t> Create largest palindrome.</a:t>
            </a:r>
          </a:p>
          <a:p>
            <a:r>
              <a:rPr lang="en-GB" dirty="0"/>
              <a:t> </a:t>
            </a:r>
            <a:r>
              <a:rPr lang="en-IN" dirty="0"/>
              <a:t>Word Pattern : pattern="abba" , sentence="dog cat cat dog" . o/p : True.</a:t>
            </a:r>
          </a:p>
          <a:p>
            <a:r>
              <a:rPr lang="en-IN"/>
              <a:t> total value of the string : Input : s = '1a12b8z1’ , Output : 55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FB754-4A0D-1EF4-66F3-7DB15991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47AD7-B2BB-D192-3D19-5623F620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286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ECB5-3B44-1721-6745-EAFF6CB5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BFAB8-0061-3D68-E7A1-657D65A7D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Unordered unique elements.</a:t>
            </a:r>
          </a:p>
          <a:p>
            <a:r>
              <a:rPr lang="en-IN" dirty="0"/>
              <a:t> </a:t>
            </a:r>
            <a:r>
              <a:rPr lang="en-IN" b="1" dirty="0"/>
              <a:t>Initialization : </a:t>
            </a:r>
          </a:p>
          <a:p>
            <a:pPr lvl="1"/>
            <a:r>
              <a:rPr lang="en-IN" b="1" dirty="0"/>
              <a:t> </a:t>
            </a:r>
            <a:r>
              <a:rPr lang="en-IN" dirty="0"/>
              <a:t>stream = set()			# Empty set</a:t>
            </a:r>
          </a:p>
          <a:p>
            <a:pPr lvl="1"/>
            <a:r>
              <a:rPr lang="en-IN" dirty="0"/>
              <a:t> stream = {1,2,3}		# With values</a:t>
            </a:r>
          </a:p>
          <a:p>
            <a:r>
              <a:rPr lang="en-IN" dirty="0"/>
              <a:t> </a:t>
            </a:r>
            <a:r>
              <a:rPr lang="en-IN" b="1" dirty="0"/>
              <a:t>Operations : </a:t>
            </a:r>
          </a:p>
          <a:p>
            <a:pPr lvl="1"/>
            <a:r>
              <a:rPr lang="en-IN" dirty="0"/>
              <a:t> add(value) , union(iterable) , update(iterable) , difference(iterable) , intersection(iterable)  , intersection_update(iterable) , difference_update(iterable) , copy() , discard(element) , pop() , clear().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8C437-7815-F07B-3128-C04DAF1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B0E4C-8022-5F71-3192-A1311D2F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386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727E-BA08-9FFE-B2E7-811A03FB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Formatting Strings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D293C-90DE-DD6D-FE2F-477168D6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2 types:</a:t>
            </a:r>
          </a:p>
          <a:p>
            <a:pPr lvl="1"/>
            <a:r>
              <a:rPr lang="en-IN" dirty="0"/>
              <a:t> Using Format().</a:t>
            </a:r>
          </a:p>
          <a:p>
            <a:pPr lvl="1"/>
            <a:r>
              <a:rPr lang="en-IN" dirty="0"/>
              <a:t> f-strings.</a:t>
            </a:r>
          </a:p>
          <a:p>
            <a:r>
              <a:rPr lang="en-IN" dirty="0"/>
              <a:t> Allows formatting directly inside a string.</a:t>
            </a:r>
          </a:p>
          <a:p>
            <a:r>
              <a:rPr lang="en-IN" dirty="0"/>
              <a:t> </a:t>
            </a:r>
            <a:r>
              <a:rPr lang="en-IN" b="1" dirty="0"/>
              <a:t>Examples : </a:t>
            </a:r>
          </a:p>
          <a:p>
            <a:pPr lvl="1"/>
            <a:r>
              <a:rPr lang="en-IN" b="1" dirty="0"/>
              <a:t> format() : </a:t>
            </a:r>
            <a:r>
              <a:rPr lang="en-IN" dirty="0"/>
              <a:t>"Name: {name}, Age: {age}".format(name="John", age=25)</a:t>
            </a:r>
          </a:p>
          <a:p>
            <a:pPr lvl="1"/>
            <a:r>
              <a:rPr lang="en-IN" b="1" dirty="0"/>
              <a:t> f-strings : </a:t>
            </a:r>
            <a:r>
              <a:rPr lang="en-IN" dirty="0"/>
              <a:t>f’{2:b}’</a:t>
            </a:r>
          </a:p>
          <a:p>
            <a:r>
              <a:rPr lang="en-IN" b="1" dirty="0"/>
              <a:t> f-String usages : </a:t>
            </a:r>
            <a:r>
              <a:rPr lang="en-IN" dirty="0"/>
              <a:t>Number Formatting ,zero padding , thousand separator , percentage , alignment.</a:t>
            </a:r>
            <a:endParaRPr lang="en-IN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DCE1E-D23F-7EB6-AB12-FCD18C2D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064CC-EA70-EDEF-9E04-1CA92CE3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786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6DED-16D0-50B6-ACB8-D304DC9E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E4BA7-A44F-4451-C2CC-A64D0992A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Sorting : sorted()</a:t>
            </a:r>
          </a:p>
          <a:p>
            <a:r>
              <a:rPr lang="en-IN" dirty="0"/>
              <a:t> Maximum : max()</a:t>
            </a:r>
          </a:p>
          <a:p>
            <a:r>
              <a:rPr lang="en-IN" dirty="0"/>
              <a:t> Minimum : min()</a:t>
            </a:r>
          </a:p>
          <a:p>
            <a:r>
              <a:rPr lang="en-IN" dirty="0"/>
              <a:t> Filtering : filter()</a:t>
            </a:r>
          </a:p>
          <a:p>
            <a:r>
              <a:rPr lang="en-IN" dirty="0"/>
              <a:t> Mapping : map()</a:t>
            </a:r>
          </a:p>
          <a:p>
            <a:r>
              <a:rPr lang="en-IN" dirty="0"/>
              <a:t> Zip : zip()</a:t>
            </a:r>
          </a:p>
          <a:p>
            <a:r>
              <a:rPr lang="en-IN" dirty="0"/>
              <a:t> All-Filtering : all()</a:t>
            </a:r>
          </a:p>
          <a:p>
            <a:r>
              <a:rPr lang="en-IN" dirty="0"/>
              <a:t> Any-Filtering : any()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D2971-6123-D0EB-8C04-2F30F8E8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979BA-C9A0-AFAA-B62A-973379D6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475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E579-3042-DE43-FD11-D93F7BFD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Custom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1C3D-D3B8-288E-250F-8BB47531D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Defined using the keyword </a:t>
            </a:r>
            <a:r>
              <a:rPr lang="en-GB" b="1" dirty="0"/>
              <a:t>def</a:t>
            </a:r>
            <a:r>
              <a:rPr lang="en-GB" dirty="0"/>
              <a:t> . </a:t>
            </a:r>
          </a:p>
          <a:p>
            <a:r>
              <a:rPr lang="en-GB" b="1" dirty="0"/>
              <a:t> Syntax : </a:t>
            </a:r>
            <a:r>
              <a:rPr lang="en-GB" dirty="0"/>
              <a:t>def function_name():</a:t>
            </a:r>
          </a:p>
          <a:p>
            <a:r>
              <a:rPr lang="en-GB" b="1" dirty="0"/>
              <a:t> </a:t>
            </a:r>
            <a:r>
              <a:rPr lang="en-GB" dirty="0"/>
              <a:t>each functions may or may not have return type .</a:t>
            </a:r>
          </a:p>
          <a:p>
            <a:r>
              <a:rPr lang="en-GB" dirty="0"/>
              <a:t> function call – function_name()</a:t>
            </a:r>
            <a:endParaRPr lang="en-GB" b="1" dirty="0"/>
          </a:p>
          <a:p>
            <a:endParaRPr lang="en-IN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E428B-2B5A-54E8-56DD-D707BD14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75F66-2B0A-E5D8-323B-C4905E62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146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ACF4-81E6-4D83-8804-9989A287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Comprehensions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3955C-7F4D-8DFC-FB20-0F3CE581F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Python Comprehensions - efficient way to create new data structure.</a:t>
            </a:r>
          </a:p>
          <a:p>
            <a:r>
              <a:rPr lang="en-IN" dirty="0"/>
              <a:t> mainly used in list , set , dictionary &amp; generators.</a:t>
            </a:r>
          </a:p>
          <a:p>
            <a:r>
              <a:rPr lang="en-IN" dirty="0"/>
              <a:t> </a:t>
            </a:r>
            <a:r>
              <a:rPr lang="en-IN" b="1" dirty="0"/>
              <a:t>Example : </a:t>
            </a:r>
          </a:p>
          <a:p>
            <a:pPr lvl="1"/>
            <a:r>
              <a:rPr lang="en-IN" b="1" dirty="0"/>
              <a:t> list : </a:t>
            </a:r>
            <a:r>
              <a:rPr lang="en-GB" dirty="0"/>
              <a:t>[expression for item in iterable]</a:t>
            </a:r>
          </a:p>
          <a:p>
            <a:pPr lvl="1"/>
            <a:r>
              <a:rPr lang="en-GB" dirty="0"/>
              <a:t> </a:t>
            </a:r>
            <a:r>
              <a:rPr lang="en-GB" b="1" dirty="0"/>
              <a:t>set : </a:t>
            </a:r>
            <a:r>
              <a:rPr lang="en-GB" dirty="0"/>
              <a:t>{expression for item in iterable}</a:t>
            </a:r>
          </a:p>
          <a:p>
            <a:pPr lvl="1"/>
            <a:r>
              <a:rPr lang="en-GB" dirty="0"/>
              <a:t> </a:t>
            </a:r>
            <a:r>
              <a:rPr lang="en-GB" b="1" dirty="0"/>
              <a:t>dictionary : </a:t>
            </a:r>
            <a:r>
              <a:rPr lang="en-GB" dirty="0"/>
              <a:t>{key:value for item in iterable}</a:t>
            </a:r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Conditions : </a:t>
            </a:r>
            <a:endParaRPr lang="en-IN" dirty="0"/>
          </a:p>
          <a:p>
            <a:pPr lvl="1"/>
            <a:r>
              <a:rPr lang="en-IN" dirty="0"/>
              <a:t> Single Condition (Only-IF) : </a:t>
            </a:r>
            <a:r>
              <a:rPr lang="en-GB" dirty="0"/>
              <a:t>expression for item in iterable if condition.</a:t>
            </a:r>
          </a:p>
          <a:p>
            <a:pPr lvl="1"/>
            <a:r>
              <a:rPr lang="en-GB" dirty="0"/>
              <a:t> Two Conditions (IF-ELSE) : expression1 if condition else expression2 for item in iterable.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16E01-451E-9C60-11F3-57A52402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E23D3-BEEB-06EB-F36A-AAEADD63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628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EE2A-E291-6B6C-4692-69F438D2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 Handling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D8D14-6237-1982-4EB8-681E3F06B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b="1" dirty="0"/>
              <a:t>keywords : </a:t>
            </a:r>
          </a:p>
          <a:p>
            <a:pPr lvl="1"/>
            <a:r>
              <a:rPr lang="en-GB" dirty="0"/>
              <a:t> try</a:t>
            </a:r>
          </a:p>
          <a:p>
            <a:pPr lvl="1"/>
            <a:r>
              <a:rPr lang="en-GB" dirty="0"/>
              <a:t> except</a:t>
            </a:r>
          </a:p>
          <a:p>
            <a:pPr lvl="1"/>
            <a:r>
              <a:rPr lang="en-GB" dirty="0"/>
              <a:t> else</a:t>
            </a:r>
          </a:p>
          <a:p>
            <a:pPr lvl="1"/>
            <a:r>
              <a:rPr lang="en-GB" dirty="0"/>
              <a:t> finally</a:t>
            </a:r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try : </a:t>
            </a:r>
            <a:r>
              <a:rPr lang="en-IN" dirty="0"/>
              <a:t>try to execute the block</a:t>
            </a:r>
          </a:p>
          <a:p>
            <a:r>
              <a:rPr lang="en-IN" dirty="0"/>
              <a:t> </a:t>
            </a:r>
            <a:r>
              <a:rPr lang="en-IN" b="1" dirty="0"/>
              <a:t>except : </a:t>
            </a:r>
            <a:r>
              <a:rPr lang="en-IN" dirty="0"/>
              <a:t>executes when the exception occurs</a:t>
            </a:r>
          </a:p>
          <a:p>
            <a:r>
              <a:rPr lang="en-IN" dirty="0"/>
              <a:t> </a:t>
            </a:r>
            <a:r>
              <a:rPr lang="en-IN" b="1" dirty="0"/>
              <a:t>else : </a:t>
            </a:r>
            <a:r>
              <a:rPr lang="en-IN" dirty="0"/>
              <a:t>runs when no exception occurs</a:t>
            </a:r>
          </a:p>
          <a:p>
            <a:r>
              <a:rPr lang="en-IN" dirty="0"/>
              <a:t> </a:t>
            </a:r>
            <a:r>
              <a:rPr lang="en-IN" b="1" dirty="0"/>
              <a:t>finally : </a:t>
            </a:r>
            <a:r>
              <a:rPr lang="en-IN" dirty="0"/>
              <a:t>this block always executes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D80CB-A028-534E-3E57-441FF63C0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822AE-D486-BA76-0E08-1D718A0A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239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7DABA-6315-8D57-BB48-0E452943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B7CBC-3FC4-960A-3DED-6D0F67071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simple calculator which works on any inputs.</a:t>
            </a:r>
          </a:p>
          <a:p>
            <a:r>
              <a:rPr lang="en-IN" dirty="0"/>
              <a:t> invalid input.</a:t>
            </a:r>
          </a:p>
          <a:p>
            <a:r>
              <a:rPr lang="en-IN" dirty="0"/>
              <a:t> string and list indexing.</a:t>
            </a:r>
          </a:p>
          <a:p>
            <a:r>
              <a:rPr lang="en-IN" dirty="0"/>
              <a:t> file operations.</a:t>
            </a:r>
          </a:p>
          <a:p>
            <a:r>
              <a:rPr lang="en-IN" dirty="0"/>
              <a:t> database operations.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E04A4-1AA9-224D-956E-0338B88C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D9DAB-05EF-3B1B-496B-CCCBE53F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168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99E7-F51A-5F8F-0A2B-A1B4E791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&amp;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9316D-8C26-7210-C0E1-CFFF70412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b="1" dirty="0"/>
              <a:t>3 Types of Library Packages &amp; Modules : </a:t>
            </a:r>
          </a:p>
          <a:p>
            <a:pPr lvl="1"/>
            <a:r>
              <a:rPr lang="en-GB" dirty="0"/>
              <a:t> Built-In.</a:t>
            </a:r>
          </a:p>
          <a:p>
            <a:pPr lvl="1"/>
            <a:r>
              <a:rPr lang="en-GB" dirty="0"/>
              <a:t> User-Defined.</a:t>
            </a:r>
          </a:p>
          <a:p>
            <a:pPr lvl="1"/>
            <a:r>
              <a:rPr lang="en-GB" dirty="0"/>
              <a:t> External.</a:t>
            </a:r>
          </a:p>
          <a:p>
            <a:r>
              <a:rPr lang="en-GB" dirty="0"/>
              <a:t> </a:t>
            </a:r>
            <a:r>
              <a:rPr lang="en-GB" b="1" dirty="0"/>
              <a:t>Built-In : </a:t>
            </a:r>
            <a:r>
              <a:rPr lang="en-GB" dirty="0"/>
              <a:t>pre-build python modules (os , datetime , math , random).</a:t>
            </a:r>
            <a:endParaRPr lang="en-GB" b="1" dirty="0"/>
          </a:p>
          <a:p>
            <a:r>
              <a:rPr lang="en-GB" dirty="0"/>
              <a:t> </a:t>
            </a:r>
            <a:r>
              <a:rPr lang="en-GB" b="1" dirty="0"/>
              <a:t>User-Defined : </a:t>
            </a:r>
            <a:r>
              <a:rPr lang="en-IN" dirty="0"/>
              <a:t>custom modules created by developers.</a:t>
            </a:r>
            <a:endParaRPr lang="en-GB" dirty="0"/>
          </a:p>
          <a:p>
            <a:r>
              <a:rPr lang="en-GB" dirty="0"/>
              <a:t> </a:t>
            </a:r>
            <a:r>
              <a:rPr lang="en-GB" b="1" dirty="0"/>
              <a:t>External : </a:t>
            </a:r>
            <a:r>
              <a:rPr lang="en-IN" dirty="0"/>
              <a:t>built by independent developers and open-source community . These modules can be installed through the </a:t>
            </a:r>
            <a:r>
              <a:rPr lang="en-IN" b="1" dirty="0"/>
              <a:t>command : pip install </a:t>
            </a:r>
            <a:r>
              <a:rPr lang="en-IN" dirty="0"/>
              <a:t>module</a:t>
            </a:r>
          </a:p>
          <a:p>
            <a:r>
              <a:rPr lang="en-IN" b="1" dirty="0"/>
              <a:t> Importing : </a:t>
            </a:r>
          </a:p>
          <a:p>
            <a:pPr lvl="1"/>
            <a:r>
              <a:rPr lang="en-IN" dirty="0"/>
              <a:t> import module_name</a:t>
            </a:r>
          </a:p>
          <a:p>
            <a:pPr lvl="1"/>
            <a:r>
              <a:rPr lang="en-IN" b="1" dirty="0"/>
              <a:t> </a:t>
            </a:r>
            <a:r>
              <a:rPr lang="en-IN" dirty="0"/>
              <a:t>from module_name import *</a:t>
            </a:r>
            <a:endParaRPr lang="en-GB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EDD6F-94F9-AD66-7AD0-71560E09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DD123-3895-9857-EA37-0C3847200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490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0C82-F4D6-8BAD-4B49-32DCFF981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Virtual Environment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EA3C-E07C-5917-5EBD-2B2AB33F4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Python Main Environment Types : </a:t>
            </a:r>
          </a:p>
          <a:p>
            <a:pPr lvl="1"/>
            <a:r>
              <a:rPr lang="en-IN" dirty="0"/>
              <a:t> Global Environment.</a:t>
            </a:r>
          </a:p>
          <a:p>
            <a:pPr lvl="1"/>
            <a:r>
              <a:rPr lang="en-IN" dirty="0"/>
              <a:t> Virtual Environment.</a:t>
            </a:r>
          </a:p>
          <a:p>
            <a:r>
              <a:rPr lang="en-IN" dirty="0"/>
              <a:t> </a:t>
            </a:r>
            <a:r>
              <a:rPr lang="en-IN" b="1" dirty="0"/>
              <a:t>Why Virtual Environment?</a:t>
            </a:r>
          </a:p>
          <a:p>
            <a:pPr lvl="1"/>
            <a:r>
              <a:rPr lang="en-IN" dirty="0"/>
              <a:t> numpy 0.0.1 already exists in global environment.</a:t>
            </a:r>
          </a:p>
          <a:p>
            <a:pPr lvl="1"/>
            <a:r>
              <a:rPr lang="en-IN" dirty="0"/>
              <a:t> project 1 : requires numpy 0.0.1.</a:t>
            </a:r>
          </a:p>
          <a:p>
            <a:pPr lvl="1"/>
            <a:r>
              <a:rPr lang="en-IN" dirty="0"/>
              <a:t> project 2 : requires numpy 0.1.1.</a:t>
            </a:r>
          </a:p>
          <a:p>
            <a:pPr lvl="1"/>
            <a:r>
              <a:rPr lang="en-IN" dirty="0"/>
              <a:t> changes version of this package will affect any one of the projects.</a:t>
            </a:r>
          </a:p>
          <a:p>
            <a:pPr lvl="1"/>
            <a:r>
              <a:rPr lang="en-IN" dirty="0"/>
              <a:t> to overcome those create project 2 in virtual environment.</a:t>
            </a:r>
          </a:p>
          <a:p>
            <a:r>
              <a:rPr lang="en-IN" dirty="0"/>
              <a:t> </a:t>
            </a:r>
            <a:r>
              <a:rPr lang="en-IN" b="1" dirty="0"/>
              <a:t>create VE : </a:t>
            </a:r>
            <a:r>
              <a:rPr lang="en-IN" dirty="0"/>
              <a:t>python –m venv VEname</a:t>
            </a:r>
          </a:p>
          <a:p>
            <a:r>
              <a:rPr lang="en-IN" dirty="0"/>
              <a:t> </a:t>
            </a:r>
            <a:r>
              <a:rPr lang="en-IN" b="1" dirty="0"/>
              <a:t>Activation : </a:t>
            </a:r>
            <a:r>
              <a:rPr lang="en-IN" dirty="0"/>
              <a:t>In cmd change directory to scripts and enter activate.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502F0-E14F-C473-977F-40A61FF1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6342E-FF86-F190-355B-93898D5F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345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6418-8A9A-5805-BCBB-4959E5AB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D4096-0D2C-E2BF-FF90-6117481C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Import : </a:t>
            </a:r>
            <a:r>
              <a:rPr lang="en-IN" dirty="0"/>
              <a:t>from collections import *</a:t>
            </a:r>
          </a:p>
          <a:p>
            <a:r>
              <a:rPr lang="en-IN" b="1" dirty="0"/>
              <a:t> Counter : </a:t>
            </a:r>
            <a:r>
              <a:rPr lang="en-IN" dirty="0"/>
              <a:t>returns frequency as a dictionary.</a:t>
            </a:r>
          </a:p>
          <a:p>
            <a:r>
              <a:rPr lang="en-IN" b="1" dirty="0"/>
              <a:t> defaultdict : </a:t>
            </a:r>
            <a:r>
              <a:rPr lang="en-IN" dirty="0"/>
              <a:t>dictionary with default key as 0.</a:t>
            </a:r>
          </a:p>
          <a:p>
            <a:r>
              <a:rPr lang="en-IN" b="1" dirty="0"/>
              <a:t> ChainMap : </a:t>
            </a:r>
            <a:r>
              <a:rPr lang="en-IN" dirty="0"/>
              <a:t>for updation it creates a new index not modifies.</a:t>
            </a:r>
          </a:p>
          <a:p>
            <a:r>
              <a:rPr lang="en-IN" b="1" dirty="0"/>
              <a:t> OrderedDict : </a:t>
            </a:r>
            <a:r>
              <a:rPr lang="en-IN" dirty="0"/>
              <a:t>order of the updation not change.</a:t>
            </a:r>
          </a:p>
          <a:p>
            <a:r>
              <a:rPr lang="en-IN" dirty="0"/>
              <a:t> </a:t>
            </a:r>
            <a:r>
              <a:rPr lang="en-IN" b="1" dirty="0"/>
              <a:t>Dequeue : </a:t>
            </a:r>
            <a:r>
              <a:rPr lang="en-IN" dirty="0"/>
              <a:t>Implements Queue.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1125C-0612-0BB6-4524-77CDC89E3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5E781-B492-4D2E-A425-D3367CBF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299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66A88-CFBD-B97A-00EB-C635FE8A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3D46-508B-CE03-C0C5-4A07BB8E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 Import : </a:t>
            </a:r>
            <a:r>
              <a:rPr lang="en-IN" dirty="0"/>
              <a:t>import os</a:t>
            </a:r>
          </a:p>
          <a:p>
            <a:r>
              <a:rPr lang="en-IN" b="1" dirty="0"/>
              <a:t> Uses : </a:t>
            </a:r>
            <a:r>
              <a:rPr lang="en-IN" dirty="0"/>
              <a:t>files &amp; folders operations</a:t>
            </a:r>
          </a:p>
          <a:p>
            <a:r>
              <a:rPr lang="en-IN" b="1" dirty="0"/>
              <a:t> Operations : </a:t>
            </a:r>
            <a:r>
              <a:rPr lang="en-IN" dirty="0"/>
              <a:t>makedir , listdir , system , path , startfile , getuser , rename , remove , rmdir</a:t>
            </a:r>
          </a:p>
          <a:p>
            <a:r>
              <a:rPr lang="en-IN" b="1" dirty="0"/>
              <a:t> </a:t>
            </a:r>
            <a:r>
              <a:rPr lang="en-IN" dirty="0"/>
              <a:t>also used to execute the cmd commands.</a:t>
            </a:r>
            <a:endParaRPr lang="en-IN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96E58-34C6-D144-C03C-FBE8CD89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8147F-3551-F86D-E2DF-18461434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168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F5D56-38D2-FC34-E6C3-431B49D3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C7B8F-EBE5-9DE4-0F7D-695792180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Package : </a:t>
            </a:r>
            <a:r>
              <a:rPr lang="en-IN" dirty="0"/>
              <a:t>math</a:t>
            </a:r>
          </a:p>
          <a:p>
            <a:r>
              <a:rPr lang="en-IN" dirty="0"/>
              <a:t> used for mathematical operations</a:t>
            </a:r>
          </a:p>
          <a:p>
            <a:r>
              <a:rPr lang="en-IN" dirty="0"/>
              <a:t> </a:t>
            </a:r>
            <a:r>
              <a:rPr lang="en-IN" b="1" dirty="0"/>
              <a:t>Functions : </a:t>
            </a:r>
            <a:r>
              <a:rPr lang="en-IN" dirty="0"/>
              <a:t>sqrt() , gcd() , lcm() , factorial() , floor() , ceil() , log() , pow() , prod()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0098E-A127-E081-A037-48F29067B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D206D-52F3-9A34-127F-2CD8392E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460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D218-3F31-33F2-8CDB-7DA5BBC0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E92CE-D89D-F2AE-C187-40E84467A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Package : </a:t>
            </a:r>
            <a:r>
              <a:rPr lang="en-IN" dirty="0"/>
              <a:t>openpyxl</a:t>
            </a:r>
          </a:p>
          <a:p>
            <a:r>
              <a:rPr lang="en-IN" dirty="0"/>
              <a:t> </a:t>
            </a:r>
            <a:r>
              <a:rPr lang="en-IN" b="1" dirty="0"/>
              <a:t>Operations : </a:t>
            </a:r>
            <a:r>
              <a:rPr lang="en-IN" dirty="0"/>
              <a:t>read , write , excel automation</a:t>
            </a:r>
          </a:p>
          <a:p>
            <a:r>
              <a:rPr lang="en-IN" dirty="0"/>
              <a:t> </a:t>
            </a:r>
            <a:r>
              <a:rPr lang="en-IN" b="1" dirty="0"/>
              <a:t>Sample Flow : </a:t>
            </a:r>
          </a:p>
          <a:p>
            <a:pPr lvl="1"/>
            <a:r>
              <a:rPr lang="en-IN" b="1" dirty="0"/>
              <a:t> </a:t>
            </a:r>
            <a:r>
              <a:rPr lang="en-IN" dirty="0"/>
              <a:t>Create a WorkBook , Add WorkSheets , Rename Sheets , Create Tables.</a:t>
            </a:r>
          </a:p>
          <a:p>
            <a:pPr lvl="1"/>
            <a:r>
              <a:rPr lang="en-IN" dirty="0"/>
              <a:t> When the WorkBook exists , load WorkBook.</a:t>
            </a:r>
          </a:p>
          <a:p>
            <a:pPr lvl="1"/>
            <a:r>
              <a:rPr lang="en-IN" dirty="0"/>
              <a:t> Within WorkSheets add the data and read data.</a:t>
            </a:r>
          </a:p>
          <a:p>
            <a:pPr lvl="1"/>
            <a:r>
              <a:rPr lang="en-IN" dirty="0"/>
              <a:t> Save the WorkBook.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92561-856D-7F47-3708-294C94D9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44846-71AE-4EED-7C71-69CBD266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792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E934-FCD7-0FF7-3D48-FE377DC2C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Datetime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06957-BA22-F06D-3CB4-AD976E5ED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b="1" dirty="0"/>
              <a:t>Import : </a:t>
            </a:r>
            <a:r>
              <a:rPr lang="en-GB" dirty="0"/>
              <a:t>import datetime	or	from datetime import *</a:t>
            </a:r>
          </a:p>
          <a:p>
            <a:r>
              <a:rPr lang="en-GB" dirty="0"/>
              <a:t> </a:t>
            </a:r>
            <a:r>
              <a:rPr lang="en-GB" b="1" dirty="0"/>
              <a:t>Uses : </a:t>
            </a:r>
          </a:p>
          <a:p>
            <a:pPr lvl="1"/>
            <a:r>
              <a:rPr lang="en-GB" b="1" dirty="0"/>
              <a:t> </a:t>
            </a:r>
            <a:r>
              <a:rPr lang="en-GB" dirty="0"/>
              <a:t>get current date &amp; time.</a:t>
            </a:r>
            <a:endParaRPr lang="en-GB" b="1" dirty="0"/>
          </a:p>
          <a:p>
            <a:pPr lvl="1"/>
            <a:r>
              <a:rPr lang="en-GB" dirty="0"/>
              <a:t> datetime parser in different ways.</a:t>
            </a:r>
          </a:p>
          <a:p>
            <a:pPr lvl="1"/>
            <a:r>
              <a:rPr lang="en-GB" dirty="0"/>
              <a:t> compare 2 dates.</a:t>
            </a:r>
          </a:p>
          <a:p>
            <a:pPr lvl="1"/>
            <a:r>
              <a:rPr lang="en-GB" dirty="0"/>
              <a:t> date &amp; time calculations.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3E5E67-40AC-20E1-815F-D843004B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32505-4646-07D5-87EB-4E8F6703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083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72C2-CAC4-C990-6527-C89C83DBC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Email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6ED05-9C2A-02BA-AAD4-D9D580B91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b="1" dirty="0"/>
              <a:t>Packages : </a:t>
            </a:r>
            <a:r>
              <a:rPr lang="en-GB" dirty="0"/>
              <a:t>smtplib , mimetype , email</a:t>
            </a:r>
          </a:p>
          <a:p>
            <a:r>
              <a:rPr lang="en-GB" dirty="0"/>
              <a:t> </a:t>
            </a:r>
            <a:r>
              <a:rPr lang="en-GB" b="1" dirty="0"/>
              <a:t>Uses : </a:t>
            </a:r>
            <a:r>
              <a:rPr lang="en-GB" dirty="0"/>
              <a:t>send simple mail &amp; mail with attachments</a:t>
            </a:r>
          </a:p>
          <a:p>
            <a:r>
              <a:rPr lang="en-GB" dirty="0"/>
              <a:t> </a:t>
            </a:r>
            <a:r>
              <a:rPr lang="en-GB" b="1" dirty="0"/>
              <a:t>Steps : </a:t>
            </a:r>
            <a:endParaRPr lang="en-GB" dirty="0"/>
          </a:p>
          <a:p>
            <a:pPr lvl="1"/>
            <a:r>
              <a:rPr lang="en-GB" dirty="0"/>
              <a:t> create the app password.</a:t>
            </a:r>
          </a:p>
          <a:p>
            <a:pPr lvl="1"/>
            <a:r>
              <a:rPr lang="en-GB" dirty="0"/>
              <a:t> two-step verification.</a:t>
            </a:r>
          </a:p>
          <a:p>
            <a:pPr lvl="1"/>
            <a:r>
              <a:rPr lang="en-GB" dirty="0"/>
              <a:t> securely store and read the password.</a:t>
            </a:r>
          </a:p>
          <a:p>
            <a:pPr lvl="1"/>
            <a:r>
              <a:rPr lang="en-GB" dirty="0"/>
              <a:t> make smtp encrypted connection.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EC30D-1289-FA18-7D84-4F3CF09A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736E2-8304-D2B5-5ADA-5F4CC1D0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021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DEEF-0FBD-20D9-2965-3ED3E721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MYSQL Connection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81BC6-08E5-488F-AD25-3B5597838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b="1" dirty="0"/>
              <a:t>cmd : pip install mysql-connector-python</a:t>
            </a:r>
          </a:p>
          <a:p>
            <a:r>
              <a:rPr lang="en-GB" b="1" dirty="0"/>
              <a:t> Connections : </a:t>
            </a:r>
          </a:p>
          <a:p>
            <a:pPr lvl="1"/>
            <a:r>
              <a:rPr lang="en-GB" b="1" dirty="0"/>
              <a:t> </a:t>
            </a:r>
            <a:r>
              <a:rPr lang="en-GB" dirty="0"/>
              <a:t>Normal Connection.</a:t>
            </a:r>
          </a:p>
          <a:p>
            <a:pPr lvl="1"/>
            <a:r>
              <a:rPr lang="en-GB" dirty="0"/>
              <a:t> Connection Pooling.</a:t>
            </a:r>
          </a:p>
          <a:p>
            <a:r>
              <a:rPr lang="en-IN" dirty="0"/>
              <a:t> </a:t>
            </a:r>
            <a:r>
              <a:rPr lang="en-GB" b="1" dirty="0"/>
              <a:t>CURD</a:t>
            </a:r>
            <a:r>
              <a:rPr lang="en-GB" dirty="0"/>
              <a:t> Operations.</a:t>
            </a:r>
          </a:p>
          <a:p>
            <a:r>
              <a:rPr lang="en-IN" dirty="0"/>
              <a:t> Safe Connection handling.</a:t>
            </a:r>
          </a:p>
          <a:p>
            <a:r>
              <a:rPr lang="en-IN" dirty="0"/>
              <a:t> mysql connection pool concept.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C9E58-D3F1-09C7-FE6C-48D612C23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8607B-2CC6-16D0-6988-4DB6A51D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3769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0D6B-3A8E-67A6-6A68-010B58DA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13D08-34E8-FF65-D42D-B7D8201AF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Valid Parentheses.</a:t>
            </a:r>
          </a:p>
          <a:p>
            <a:r>
              <a:rPr lang="en-IN" dirty="0"/>
              <a:t> </a:t>
            </a:r>
            <a:r>
              <a:rPr lang="en-GB" dirty="0"/>
              <a:t>Reverse Vowels of a String.</a:t>
            </a:r>
          </a:p>
          <a:p>
            <a:r>
              <a:rPr lang="en-IN" dirty="0"/>
              <a:t> Keyboard Row.</a:t>
            </a:r>
          </a:p>
          <a:p>
            <a:r>
              <a:rPr lang="en-IN" dirty="0"/>
              <a:t> Form words in diagonal flow.</a:t>
            </a:r>
          </a:p>
          <a:p>
            <a:r>
              <a:rPr lang="en-IN" dirty="0"/>
              <a:t> Equal Score Substrings.</a:t>
            </a:r>
          </a:p>
          <a:p>
            <a:r>
              <a:rPr lang="en-IN" dirty="0"/>
              <a:t> Zigzag Conversion.</a:t>
            </a:r>
          </a:p>
          <a:p>
            <a:endParaRPr lang="en-IN" dirty="0"/>
          </a:p>
          <a:p>
            <a:pPr marL="0" indent="0" algn="ctr">
              <a:buNone/>
            </a:pPr>
            <a:r>
              <a:rPr lang="en-IN" b="1" dirty="0"/>
              <a:t>PYTHON BASIC CONCEPTS COMPLETED.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GitHub Link : </a:t>
            </a:r>
            <a:r>
              <a:rPr lang="en-IN" dirty="0">
                <a:hlinkClick r:id="rId2"/>
              </a:rPr>
              <a:t>https://github.com/nikishdaniel1-del/Python-Cls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5C686-45D5-51B5-CE9B-92CFD65E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67A4D-DE2A-311F-9BB5-EC319655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109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5BDF-9F05-F624-FCF1-39C85E1A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54F39-106A-8921-8452-34F30150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Package : </a:t>
            </a:r>
            <a:r>
              <a:rPr lang="en-IN" dirty="0"/>
              <a:t>nicegui</a:t>
            </a:r>
          </a:p>
          <a:p>
            <a:r>
              <a:rPr lang="en-IN" dirty="0"/>
              <a:t> </a:t>
            </a:r>
            <a:r>
              <a:rPr lang="en-IN" b="1" dirty="0"/>
              <a:t>cmd : pip install  nicegui</a:t>
            </a:r>
          </a:p>
          <a:p>
            <a:r>
              <a:rPr lang="en-IN" b="1" dirty="0"/>
              <a:t> </a:t>
            </a:r>
            <a:r>
              <a:rPr lang="en-GB" b="1" dirty="0"/>
              <a:t>Concepts :</a:t>
            </a:r>
          </a:p>
          <a:p>
            <a:pPr lvl="1"/>
            <a:r>
              <a:rPr lang="en-IN" dirty="0"/>
              <a:t> Start connection</a:t>
            </a:r>
          </a:p>
          <a:p>
            <a:pPr lvl="1"/>
            <a:r>
              <a:rPr lang="en-IN" dirty="0"/>
              <a:t> Add Static Files</a:t>
            </a:r>
          </a:p>
          <a:p>
            <a:pPr lvl="1"/>
            <a:r>
              <a:rPr lang="en-IN" dirty="0"/>
              <a:t> UI components</a:t>
            </a:r>
          </a:p>
          <a:p>
            <a:pPr lvl="1"/>
            <a:r>
              <a:rPr lang="en-IN" dirty="0"/>
              <a:t> </a:t>
            </a:r>
            <a:r>
              <a:rPr lang="en-GB" dirty="0"/>
              <a:t>Custom widget creation</a:t>
            </a:r>
            <a:endParaRPr lang="en-IN" dirty="0"/>
          </a:p>
          <a:p>
            <a:pPr lvl="1"/>
            <a:r>
              <a:rPr lang="en-IN" dirty="0"/>
              <a:t> UI on-command operations</a:t>
            </a:r>
          </a:p>
          <a:p>
            <a:pPr lvl="1"/>
            <a:r>
              <a:rPr lang="en-IN" b="1" dirty="0"/>
              <a:t> </a:t>
            </a:r>
            <a:r>
              <a:rPr lang="en-IN" dirty="0"/>
              <a:t>back-end connections &amp; operations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11910-FFBC-E796-7537-DC267EB2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Agnie Consulting India Pvt Limited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CE741-738C-5294-3111-4971DF04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C42B-FE65-422C-989C-AD3E5E2A1A20}" type="slidenum">
              <a:rPr lang="en-IN" smtClean="0"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1570"/>
      </p:ext>
    </p:extLst>
  </p:cSld>
  <p:clrMapOvr>
    <a:masterClrMapping/>
  </p:clrMapOvr>
</p:sld>
</file>

<file path=ppt/theme/theme1.xml><?xml version="1.0" encoding="utf-8"?>
<a:theme xmlns:a="http://schemas.openxmlformats.org/drawingml/2006/main" name="AgnieOfficeTheme">
  <a:themeElements>
    <a:clrScheme name="Company Layout">
      <a:dk1>
        <a:sysClr val="windowText" lastClr="000000"/>
      </a:dk1>
      <a:lt1>
        <a:sysClr val="window" lastClr="FFFFFF"/>
      </a:lt1>
      <a:dk2>
        <a:srgbClr val="ADB9C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Calibri"/>
        <a:cs typeface=""/>
      </a:majorFont>
      <a:minorFont>
        <a:latin typeface="Times New Roman"/>
        <a:ea typeface="Calibr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nieOfficeTheme" id="{E5032D58-9DCC-4681-929A-F52FCF2F69ED}" vid="{EBDE8A89-788C-49E1-B943-98227BB0B1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AgnieOfficeTheme</Template>
  <TotalTime>5426</TotalTime>
  <Words>2543</Words>
  <Application>Microsoft Office PowerPoint</Application>
  <PresentationFormat>Widescreen</PresentationFormat>
  <Paragraphs>367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Courier New</vt:lpstr>
      <vt:lpstr>Times New Roman</vt:lpstr>
      <vt:lpstr>Wingdings</vt:lpstr>
      <vt:lpstr>AgnieOfficeTheme</vt:lpstr>
      <vt:lpstr>Python Class</vt:lpstr>
      <vt:lpstr>1. Input &amp; Output</vt:lpstr>
      <vt:lpstr>Example (end=‘\n’)</vt:lpstr>
      <vt:lpstr>Example (Sep=‘ ’)</vt:lpstr>
      <vt:lpstr>For loop &amp; range()</vt:lpstr>
      <vt:lpstr>Example - range()</vt:lpstr>
      <vt:lpstr>Problems</vt:lpstr>
      <vt:lpstr>Lists</vt:lpstr>
      <vt:lpstr>Problems</vt:lpstr>
      <vt:lpstr>Operators</vt:lpstr>
      <vt:lpstr>String</vt:lpstr>
      <vt:lpstr>Problems</vt:lpstr>
      <vt:lpstr>Problems</vt:lpstr>
      <vt:lpstr>Dictionary</vt:lpstr>
      <vt:lpstr>Problems</vt:lpstr>
      <vt:lpstr>Set</vt:lpstr>
      <vt:lpstr>Formatting Strings</vt:lpstr>
      <vt:lpstr>Built-In Functions</vt:lpstr>
      <vt:lpstr>Custom Functions</vt:lpstr>
      <vt:lpstr>Comprehensions</vt:lpstr>
      <vt:lpstr>Exception Handling</vt:lpstr>
      <vt:lpstr>Problems</vt:lpstr>
      <vt:lpstr>Modules &amp; Packages</vt:lpstr>
      <vt:lpstr>Virtual Environment</vt:lpstr>
      <vt:lpstr>Collections</vt:lpstr>
      <vt:lpstr>OS</vt:lpstr>
      <vt:lpstr>Math</vt:lpstr>
      <vt:lpstr>Excel</vt:lpstr>
      <vt:lpstr>Datetime</vt:lpstr>
      <vt:lpstr>Email</vt:lpstr>
      <vt:lpstr>MYSQL Connection</vt:lpstr>
      <vt:lpstr>Problems</vt:lpstr>
      <vt:lpstr>Web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Nikish Daniel Y</dc:creator>
  <cp:lastModifiedBy>Nikish Daniel Y</cp:lastModifiedBy>
  <cp:revision>89</cp:revision>
  <dcterms:created xsi:type="dcterms:W3CDTF">2026-06-08T08:32:33Z</dcterms:created>
  <dcterms:modified xsi:type="dcterms:W3CDTF">2026-10-05T12:29:58Z</dcterms:modified>
</cp:coreProperties>
</file>