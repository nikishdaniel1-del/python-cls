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2" r:id="rId18"/>
    <p:sldId id="273" r:id="rId19"/>
    <p:sldId id="274" r:id="rId20"/>
    <p:sldId id="275" r:id="rId21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30-06-2026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30-06-2026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Largest Character with match frequency.</a:t>
            </a:r>
          </a:p>
          <a:p>
            <a:r>
              <a:rPr lang="en-IN" dirty="0"/>
              <a:t> Common Characters . (hello , world – </a:t>
            </a:r>
            <a:r>
              <a:rPr lang="en-IN" dirty="0" err="1"/>
              <a:t>l,o</a:t>
            </a:r>
            <a:r>
              <a:rPr lang="en-IN" dirty="0"/>
              <a:t>).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</a:t>
            </a:r>
            <a:r>
              <a:rPr lang="en-IN"/>
              <a:t>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1511</TotalTime>
  <Words>1548</Words>
  <Application>Microsoft Office PowerPoint</Application>
  <PresentationFormat>Widescreen</PresentationFormat>
  <Paragraphs>211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Built-In Functions</vt:lpstr>
      <vt:lpstr>Collections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25</cp:revision>
  <dcterms:created xsi:type="dcterms:W3CDTF">2026-06-08T08:32:33Z</dcterms:created>
  <dcterms:modified xsi:type="dcterms:W3CDTF">2026-06-30T12:30:38Z</dcterms:modified>
</cp:coreProperties>
</file>