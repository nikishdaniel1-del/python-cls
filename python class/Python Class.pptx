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3" r:id="rId26"/>
    <p:sldId id="282" r:id="rId27"/>
    <p:sldId id="288" r:id="rId28"/>
    <p:sldId id="275" r:id="rId29"/>
    <p:sldId id="286" r:id="rId30"/>
    <p:sldId id="287" r:id="rId31"/>
    <p:sldId id="280" r:id="rId32"/>
    <p:sldId id="290" r:id="rId33"/>
    <p:sldId id="279" r:id="rId34"/>
    <p:sldId id="284" r:id="rId35"/>
    <p:sldId id="285" r:id="rId36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/>
              <a:t>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dictionary keys.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</a:t>
            </a:r>
            <a:r>
              <a:rPr lang="en-IN" dirty="0" err="1"/>
              <a:t>module_name</a:t>
            </a:r>
            <a:endParaRPr lang="en-IN" dirty="0"/>
          </a:p>
          <a:p>
            <a:pPr lvl="1"/>
            <a:r>
              <a:rPr lang="en-IN" b="1" dirty="0"/>
              <a:t> </a:t>
            </a:r>
            <a:r>
              <a:rPr lang="en-IN" dirty="0"/>
              <a:t>from </a:t>
            </a:r>
            <a:r>
              <a:rPr lang="en-IN" dirty="0" err="1"/>
              <a:t>module_name</a:t>
            </a:r>
            <a:r>
              <a:rPr lang="en-IN" dirty="0"/>
              <a:t>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</a:t>
            </a:r>
            <a:r>
              <a:rPr lang="en-IN" dirty="0" err="1"/>
              <a:t>cmd</a:t>
            </a:r>
            <a:r>
              <a:rPr lang="en-IN" dirty="0"/>
              <a:t>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  <a:r>
              <a:rPr lang="en-IN" b="1" dirty="0" err="1"/>
              <a:t>ChainMap</a:t>
            </a:r>
            <a:r>
              <a:rPr lang="en-IN" b="1" dirty="0"/>
              <a:t> : </a:t>
            </a:r>
            <a:r>
              <a:rPr lang="en-IN" dirty="0"/>
              <a:t>for </a:t>
            </a:r>
            <a:r>
              <a:rPr lang="en-IN" dirty="0" err="1"/>
              <a:t>updation</a:t>
            </a:r>
            <a:r>
              <a:rPr lang="en-IN" dirty="0"/>
              <a:t> it creates a new index not modifies.</a:t>
            </a:r>
          </a:p>
          <a:p>
            <a:r>
              <a:rPr lang="en-IN" b="1" dirty="0"/>
              <a:t> </a:t>
            </a:r>
            <a:r>
              <a:rPr lang="en-IN" b="1" dirty="0" err="1"/>
              <a:t>OrderedDict</a:t>
            </a:r>
            <a:r>
              <a:rPr lang="en-IN" b="1" dirty="0"/>
              <a:t> : </a:t>
            </a:r>
            <a:r>
              <a:rPr lang="en-IN" dirty="0"/>
              <a:t>order of the </a:t>
            </a:r>
            <a:r>
              <a:rPr lang="en-IN" dirty="0" err="1"/>
              <a:t>updation</a:t>
            </a:r>
            <a:r>
              <a:rPr lang="en-IN" dirty="0"/>
              <a:t> not change.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</a:t>
            </a:r>
            <a:r>
              <a:rPr lang="en-IN" dirty="0" err="1"/>
              <a:t>os</a:t>
            </a:r>
            <a:endParaRPr lang="en-IN" dirty="0"/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 err="1"/>
              <a:t>smtplib</a:t>
            </a:r>
            <a:r>
              <a:rPr lang="en-GB" dirty="0"/>
              <a:t> , </a:t>
            </a:r>
            <a:r>
              <a:rPr lang="en-GB" dirty="0" err="1"/>
              <a:t>mimetype</a:t>
            </a:r>
            <a:endParaRPr lang="en-GB" dirty="0"/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</a:t>
            </a:r>
            <a:r>
              <a:rPr lang="en-IN" dirty="0" err="1"/>
              <a:t>src</a:t>
            </a:r>
            <a:r>
              <a:rPr lang="en-IN" dirty="0"/>
              <a:t> folder , </a:t>
            </a:r>
            <a:r>
              <a:rPr lang="en-IN" dirty="0" err="1"/>
              <a:t>gitignore</a:t>
            </a:r>
            <a:r>
              <a:rPr lang="en-IN" dirty="0"/>
              <a:t> , readme , license , </a:t>
            </a:r>
            <a:r>
              <a:rPr lang="en-IN" dirty="0" err="1"/>
              <a:t>venv</a:t>
            </a:r>
            <a:r>
              <a:rPr lang="en-IN" dirty="0"/>
              <a:t> , </a:t>
            </a:r>
            <a:r>
              <a:rPr lang="en-IN" dirty="0" err="1"/>
              <a:t>pyproject.toml</a:t>
            </a:r>
            <a:endParaRPr lang="en-IN" dirty="0"/>
          </a:p>
          <a:p>
            <a:pPr lvl="1"/>
            <a:r>
              <a:rPr lang="en-IN" dirty="0"/>
              <a:t> </a:t>
            </a:r>
            <a:r>
              <a:rPr lang="en-IN" dirty="0" err="1"/>
              <a:t>pypi</a:t>
            </a:r>
            <a:r>
              <a:rPr lang="en-IN" dirty="0"/>
              <a:t>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</a:t>
            </a:r>
            <a:r>
              <a:rPr lang="en-IN" dirty="0" err="1"/>
              <a:t>cmd</a:t>
            </a:r>
            <a:r>
              <a:rPr lang="en-IN" dirty="0"/>
              <a:t>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3001</TotalTime>
  <Words>2211</Words>
  <Application>Microsoft Office PowerPoint</Application>
  <PresentationFormat>Widescreen</PresentationFormat>
  <Paragraphs>326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Datetime</vt:lpstr>
      <vt:lpstr>OS</vt:lpstr>
      <vt:lpstr>Email</vt:lpstr>
      <vt:lpstr>MYSQL Connection</vt:lpstr>
      <vt:lpstr>Excel</vt:lpstr>
      <vt:lpstr>PDF</vt:lpstr>
      <vt:lpstr>Custom Packages</vt:lpstr>
      <vt:lpstr>Folder Structure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46</cp:revision>
  <dcterms:created xsi:type="dcterms:W3CDTF">2026-06-08T08:32:33Z</dcterms:created>
  <dcterms:modified xsi:type="dcterms:W3CDTF">2026-07-14T12:31:08Z</dcterms:modified>
</cp:coreProperties>
</file>