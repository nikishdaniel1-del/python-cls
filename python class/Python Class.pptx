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77" r:id="rId21"/>
    <p:sldId id="281" r:id="rId22"/>
    <p:sldId id="278" r:id="rId23"/>
    <p:sldId id="273" r:id="rId24"/>
    <p:sldId id="283" r:id="rId25"/>
    <p:sldId id="282" r:id="rId26"/>
    <p:sldId id="275" r:id="rId27"/>
    <p:sldId id="286" r:id="rId28"/>
    <p:sldId id="287" r:id="rId29"/>
    <p:sldId id="288" r:id="rId30"/>
    <p:sldId id="280" r:id="rId31"/>
    <p:sldId id="279" r:id="rId32"/>
    <p:sldId id="284" r:id="rId33"/>
    <p:sldId id="285" r:id="rId34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07-07-2026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</a:t>
            </a:r>
            <a:r>
              <a:rPr lang="en-IN" dirty="0" err="1"/>
              <a:t>start,default</a:t>
            </a:r>
            <a:r>
              <a:rPr lang="en-IN" dirty="0"/>
              <a:t>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</a:t>
            </a:r>
            <a:r>
              <a:rPr lang="en-IN" dirty="0" err="1"/>
              <a:t>range,default</a:t>
            </a:r>
            <a:r>
              <a:rPr lang="en-IN"/>
              <a:t> is 1.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start,end,step</a:t>
            </a:r>
            <a:endParaRPr lang="en-IN" dirty="0"/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</a:t>
            </a:r>
            <a:endParaRPr lang="en-IN" dirty="0"/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</a:t>
            </a:r>
            <a:r>
              <a:rPr lang="en-IN" dirty="0" err="1"/>
              <a:t>key,reverse</a:t>
            </a:r>
            <a:r>
              <a:rPr lang="en-IN" dirty="0"/>
              <a:t>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</a:t>
            </a:r>
            <a:r>
              <a:rPr lang="en-IN" dirty="0" err="1"/>
              <a:t>center</a:t>
            </a:r>
            <a:r>
              <a:rPr lang="en-IN" dirty="0"/>
              <a:t>(</a:t>
            </a:r>
            <a:r>
              <a:rPr lang="en-IN" dirty="0" err="1"/>
              <a:t>width,string</a:t>
            </a:r>
            <a:r>
              <a:rPr lang="en-IN" dirty="0"/>
              <a:t>) , count(string) , </a:t>
            </a:r>
            <a:r>
              <a:rPr lang="en-IN" dirty="0" err="1"/>
              <a:t>endswith</a:t>
            </a:r>
            <a:r>
              <a:rPr lang="en-IN" dirty="0"/>
              <a:t>(string) , find(string) , format(parameters) , index(string) , replace(</a:t>
            </a:r>
            <a:r>
              <a:rPr lang="en-IN" dirty="0" err="1"/>
              <a:t>string,new,count</a:t>
            </a:r>
            <a:r>
              <a:rPr lang="en-IN" dirty="0"/>
              <a:t>) , strip(string) , upper() , lower() , </a:t>
            </a:r>
            <a:r>
              <a:rPr lang="en-IN" dirty="0" err="1"/>
              <a:t>startswith</a:t>
            </a:r>
            <a:r>
              <a:rPr lang="en-IN" dirty="0"/>
              <a:t>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</a:t>
            </a:r>
            <a:r>
              <a:rPr lang="en-IN" dirty="0" err="1"/>
              <a:t>aaabbcccc</a:t>
            </a:r>
            <a:r>
              <a:rPr lang="en-IN" dirty="0"/>
              <a:t>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</a:t>
            </a:r>
            <a:r>
              <a:rPr lang="en-IN" dirty="0" err="1"/>
              <a:t>swiss</a:t>
            </a:r>
            <a:r>
              <a:rPr lang="en-IN"/>
              <a:t> , w)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</a:t>
            </a:r>
            <a:r>
              <a:rPr lang="en-IN" dirty="0" err="1"/>
              <a:t>Right&amp;Left</a:t>
            </a:r>
            <a:r>
              <a:rPr lang="en-IN" dirty="0"/>
              <a:t> Triangle , Inverted </a:t>
            </a:r>
            <a:r>
              <a:rPr lang="en-IN" dirty="0" err="1"/>
              <a:t>Right&amp;Left</a:t>
            </a:r>
            <a:r>
              <a:rPr lang="en-IN" dirty="0"/>
              <a:t> Triangle , Pyramid , Diamond , Binary Triangle , Butterfly Pattern , X Pattern , Palindrome Triangle , Sandglass Pattern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</a:t>
            </a:r>
            <a:r>
              <a:rPr lang="en-IN" dirty="0" err="1"/>
              <a:t>dict</a:t>
            </a:r>
            <a:r>
              <a:rPr lang="en-IN" dirty="0"/>
              <a:t>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</a:t>
            </a:r>
            <a:r>
              <a:rPr lang="en-IN" dirty="0" err="1"/>
              <a:t>wrt</a:t>
            </a:r>
            <a:r>
              <a:rPr lang="en-IN" dirty="0"/>
              <a:t> frequency.</a:t>
            </a:r>
          </a:p>
          <a:p>
            <a:r>
              <a:rPr lang="en-IN" dirty="0"/>
              <a:t> Group Anagrams : stream = ["eat","tea","tan","ate","</a:t>
            </a:r>
            <a:r>
              <a:rPr lang="en-IN" dirty="0" err="1"/>
              <a:t>nat</a:t>
            </a:r>
            <a:r>
              <a:rPr lang="en-IN" dirty="0"/>
              <a:t>","bat"] ; o/p: {'a1e1t1': ['eat', 'tea', 'ate'], 'a1n1t1': ['tan', '</a:t>
            </a:r>
            <a:r>
              <a:rPr lang="en-IN" dirty="0" err="1"/>
              <a:t>nat</a:t>
            </a:r>
            <a:r>
              <a:rPr lang="en-IN" dirty="0"/>
              <a:t>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</a:t>
            </a:r>
            <a:r>
              <a:rPr lang="en-GB" dirty="0" err="1"/>
              <a:t>John","Tom</a:t>
            </a:r>
            <a:r>
              <a:rPr lang="en-GB" dirty="0"/>
              <a:t>"], 21:["</a:t>
            </a:r>
            <a:r>
              <a:rPr lang="en-GB" dirty="0" err="1"/>
              <a:t>Mary","Alice</a:t>
            </a:r>
            <a:r>
              <a:rPr lang="en-GB" dirty="0"/>
              <a:t>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</a:t>
            </a:r>
            <a:r>
              <a:rPr lang="en-IN" dirty="0" err="1"/>
              <a:t>cat</a:t>
            </a:r>
            <a:r>
              <a:rPr lang="en-IN" dirty="0"/>
              <a:t>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</a:t>
            </a:r>
            <a:r>
              <a:rPr lang="en-IN" dirty="0" err="1"/>
              <a:t>iterable</a:t>
            </a:r>
            <a:r>
              <a:rPr lang="en-IN" dirty="0"/>
              <a:t>) , update(</a:t>
            </a:r>
            <a:r>
              <a:rPr lang="en-IN" dirty="0" err="1"/>
              <a:t>iterable</a:t>
            </a:r>
            <a:r>
              <a:rPr lang="en-IN" dirty="0"/>
              <a:t>) , difference(</a:t>
            </a:r>
            <a:r>
              <a:rPr lang="en-IN" dirty="0" err="1"/>
              <a:t>iterable</a:t>
            </a:r>
            <a:r>
              <a:rPr lang="en-IN" dirty="0"/>
              <a:t>) , intersection(</a:t>
            </a:r>
            <a:r>
              <a:rPr lang="en-IN" dirty="0" err="1"/>
              <a:t>iterable</a:t>
            </a:r>
            <a:r>
              <a:rPr lang="en-IN" dirty="0"/>
              <a:t>)  , </a:t>
            </a:r>
            <a:r>
              <a:rPr lang="en-IN" dirty="0" err="1"/>
              <a:t>intersection_update</a:t>
            </a:r>
            <a:r>
              <a:rPr lang="en-IN" dirty="0"/>
              <a:t>(</a:t>
            </a:r>
            <a:r>
              <a:rPr lang="en-IN" dirty="0" err="1"/>
              <a:t>iterable</a:t>
            </a:r>
            <a:r>
              <a:rPr lang="en-IN" dirty="0"/>
              <a:t>) , </a:t>
            </a:r>
            <a:r>
              <a:rPr lang="en-IN" dirty="0" err="1"/>
              <a:t>difference_update</a:t>
            </a:r>
            <a:r>
              <a:rPr lang="en-IN" dirty="0"/>
              <a:t>(</a:t>
            </a:r>
            <a:r>
              <a:rPr lang="en-IN" dirty="0" err="1"/>
              <a:t>iterable</a:t>
            </a:r>
            <a:r>
              <a:rPr lang="en-IN" dirty="0"/>
              <a:t>) , copy() , discard(element) , pop()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</a:t>
            </a:r>
            <a:r>
              <a:rPr lang="en-GB" dirty="0" err="1"/>
              <a:t>function_name</a:t>
            </a:r>
            <a:r>
              <a:rPr lang="en-GB" dirty="0"/>
              <a:t>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</a:t>
            </a:r>
            <a:r>
              <a:rPr lang="en-GB" dirty="0" err="1"/>
              <a:t>function_name</a:t>
            </a:r>
            <a:r>
              <a:rPr lang="en-GB" dirty="0"/>
              <a:t>() 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functions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Why Virtual Environment?</a:t>
            </a:r>
          </a:p>
          <a:p>
            <a:pPr lvl="1"/>
            <a:r>
              <a:rPr lang="en-IN" dirty="0"/>
              <a:t> </a:t>
            </a:r>
            <a:r>
              <a:rPr lang="en-IN" dirty="0" err="1"/>
              <a:t>numpy</a:t>
            </a:r>
            <a:r>
              <a:rPr lang="en-IN" dirty="0"/>
              <a:t> 0.0.1 already exists in global environment</a:t>
            </a:r>
          </a:p>
          <a:p>
            <a:pPr lvl="1"/>
            <a:r>
              <a:rPr lang="en-IN" dirty="0"/>
              <a:t> project 1 : requires </a:t>
            </a:r>
            <a:r>
              <a:rPr lang="en-IN" dirty="0" err="1"/>
              <a:t>numpy</a:t>
            </a:r>
            <a:r>
              <a:rPr lang="en-IN" dirty="0"/>
              <a:t> 0.0.1</a:t>
            </a:r>
          </a:p>
          <a:p>
            <a:pPr lvl="1"/>
            <a:r>
              <a:rPr lang="en-IN" dirty="0"/>
              <a:t> project 2 : requires </a:t>
            </a:r>
            <a:r>
              <a:rPr lang="en-IN" dirty="0" err="1"/>
              <a:t>numpy</a:t>
            </a:r>
            <a:r>
              <a:rPr lang="en-IN" dirty="0"/>
              <a:t> 0.1.1</a:t>
            </a:r>
          </a:p>
          <a:p>
            <a:pPr lvl="1"/>
            <a:r>
              <a:rPr lang="en-IN" dirty="0"/>
              <a:t> changes version of this package will affect any one of the projects</a:t>
            </a:r>
          </a:p>
          <a:p>
            <a:pPr lvl="1"/>
            <a:r>
              <a:rPr lang="en-IN" dirty="0"/>
              <a:t> to overcome those create project 2 in virtual environment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</a:t>
            </a:r>
            <a:r>
              <a:rPr lang="en-IN" dirty="0" err="1"/>
              <a:t>venv</a:t>
            </a:r>
            <a:r>
              <a:rPr lang="en-IN" dirty="0"/>
              <a:t> </a:t>
            </a:r>
            <a:r>
              <a:rPr lang="en-IN" dirty="0" err="1"/>
              <a:t>Vename</a:t>
            </a:r>
            <a:endParaRPr lang="en-IN" dirty="0"/>
          </a:p>
          <a:p>
            <a:r>
              <a:rPr lang="en-IN" dirty="0"/>
              <a:t> Activation : In </a:t>
            </a:r>
            <a:r>
              <a:rPr lang="en-IN" dirty="0" err="1"/>
              <a:t>cmd</a:t>
            </a:r>
            <a:r>
              <a:rPr lang="en-IN" dirty="0"/>
              <a:t> change directory to scripts </a:t>
            </a:r>
            <a:r>
              <a:rPr lang="en-IN"/>
              <a:t>and enter </a:t>
            </a:r>
            <a:r>
              <a:rPr lang="en-IN" dirty="0"/>
              <a:t>activate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</a:t>
            </a:r>
            <a:r>
              <a:rPr lang="en-GB" dirty="0" err="1"/>
              <a:t>os</a:t>
            </a:r>
            <a:r>
              <a:rPr lang="en-GB" dirty="0"/>
              <a:t> , datetime , math , random)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 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</a:t>
            </a:r>
            <a:r>
              <a:rPr lang="en-IN" b="1" dirty="0" err="1"/>
              <a:t>defaultdict</a:t>
            </a:r>
            <a:r>
              <a:rPr lang="en-IN" b="1" dirty="0"/>
              <a:t>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 err="1"/>
              <a:t>cmd</a:t>
            </a:r>
            <a:r>
              <a:rPr lang="en-GB" b="1" dirty="0"/>
              <a:t> : pip install </a:t>
            </a:r>
            <a:r>
              <a:rPr lang="en-GB" b="1" dirty="0" err="1"/>
              <a:t>mysql</a:t>
            </a:r>
            <a:r>
              <a:rPr lang="en-GB" b="1" dirty="0"/>
              <a:t>-connector-python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7199-3FE4-4011-E431-B733E1109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PDF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7A133-ACB9-E81D-EC4A-0A5A4CF5D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D2FE4E-A7CE-4D3B-42B3-8DD37D027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277D4-6825-FE55-E325-241E05EE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5369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7F52-D920-165C-539D-D4323D2D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Packages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E2362-0572-BFD5-F478-A0EF74AB9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Create own Packages.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71CE4-9080-389F-EBAC-A28DAE84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0C57D-0999-D180-8AC1-D9F2F4C9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1224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&amp; GUI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2044-7BC7-BE81-4358-3C5D4993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CustomTkinter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41D62-3F38-AD65-B1BF-48BF3A14F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 err="1"/>
              <a:t>cmd</a:t>
            </a:r>
            <a:r>
              <a:rPr lang="en-GB" b="1" dirty="0"/>
              <a:t> : pip install </a:t>
            </a:r>
            <a:r>
              <a:rPr lang="en-GB" b="1" dirty="0" err="1"/>
              <a:t>customtkinter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9662F6-22D2-D1A9-DF10-54B94C79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BC552-3D1D-6F58-3410-DBE1BCE8A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874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7B38D-DCBD-9C6B-CD51-7A408A67F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Kivy</a:t>
            </a:r>
            <a:r>
              <a:rPr lang="en-GB" dirty="0"/>
              <a:t> &amp; </a:t>
            </a:r>
            <a:r>
              <a:rPr lang="en-GB" dirty="0" err="1"/>
              <a:t>Kivymd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FC815-5867-C2BB-884C-F3691F93B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 err="1"/>
              <a:t>cmd</a:t>
            </a:r>
            <a:r>
              <a:rPr lang="en-GB" b="1" dirty="0"/>
              <a:t> : pip install </a:t>
            </a:r>
            <a:r>
              <a:rPr lang="en-GB" b="1" dirty="0" err="1"/>
              <a:t>kivy</a:t>
            </a:r>
            <a:r>
              <a:rPr lang="en-GB" b="1" dirty="0"/>
              <a:t> </a:t>
            </a:r>
            <a:r>
              <a:rPr lang="en-GB" b="1" dirty="0" err="1"/>
              <a:t>kivymd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B2B24-B4CD-D9F0-D1F0-C426E572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70CEB-FD02-B13C-90CC-1F1AACC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499084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2093</TotalTime>
  <Words>2014</Words>
  <Application>Microsoft Office PowerPoint</Application>
  <PresentationFormat>Widescreen</PresentationFormat>
  <Paragraphs>294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Exception Handling</vt:lpstr>
      <vt:lpstr>Virtual Environment</vt:lpstr>
      <vt:lpstr>Modules &amp; Packages</vt:lpstr>
      <vt:lpstr>Collections</vt:lpstr>
      <vt:lpstr>Datetime</vt:lpstr>
      <vt:lpstr>OS</vt:lpstr>
      <vt:lpstr>MYSQL Connection</vt:lpstr>
      <vt:lpstr>Excel</vt:lpstr>
      <vt:lpstr>PDF</vt:lpstr>
      <vt:lpstr>Email</vt:lpstr>
      <vt:lpstr>Custom Packages</vt:lpstr>
      <vt:lpstr>Web &amp; GUI Development</vt:lpstr>
      <vt:lpstr>CustomTkinter</vt:lpstr>
      <vt:lpstr>Kivy &amp; Kivymd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37</cp:revision>
  <dcterms:created xsi:type="dcterms:W3CDTF">2026-06-08T08:32:33Z</dcterms:created>
  <dcterms:modified xsi:type="dcterms:W3CDTF">2026-07-07T11:18:23Z</dcterms:modified>
</cp:coreProperties>
</file>