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2" r:id="rId18"/>
    <p:sldId id="273" r:id="rId19"/>
    <p:sldId id="274" r:id="rId20"/>
    <p:sldId id="275" r:id="rId21"/>
    <p:sldId id="276" r:id="rId22"/>
    <p:sldId id="277" r:id="rId23"/>
    <p:sldId id="286" r:id="rId24"/>
    <p:sldId id="287" r:id="rId25"/>
    <p:sldId id="288" r:id="rId26"/>
    <p:sldId id="278" r:id="rId27"/>
    <p:sldId id="280" r:id="rId28"/>
    <p:sldId id="281" r:id="rId29"/>
    <p:sldId id="282" r:id="rId30"/>
    <p:sldId id="283" r:id="rId31"/>
    <p:sldId id="279" r:id="rId32"/>
    <p:sldId id="284" r:id="rId33"/>
    <p:sldId id="285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03-07-2026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1621</TotalTime>
  <Words>1698</Words>
  <Application>Microsoft Office PowerPoint</Application>
  <PresentationFormat>Widescreen</PresentationFormat>
  <Paragraphs>258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Built-In Functions</vt:lpstr>
      <vt:lpstr>Collections</vt:lpstr>
      <vt:lpstr>Formatting Strings</vt:lpstr>
      <vt:lpstr>MYSQL Connection</vt:lpstr>
      <vt:lpstr>Functions</vt:lpstr>
      <vt:lpstr>Exception Handling</vt:lpstr>
      <vt:lpstr>Excel</vt:lpstr>
      <vt:lpstr>PDF</vt:lpstr>
      <vt:lpstr>Email</vt:lpstr>
      <vt:lpstr>Packages</vt:lpstr>
      <vt:lpstr>Custom Packages</vt:lpstr>
      <vt:lpstr>Virtual Environment</vt:lpstr>
      <vt:lpstr>OS</vt:lpstr>
      <vt:lpstr>Datetime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28</cp:revision>
  <dcterms:created xsi:type="dcterms:W3CDTF">2026-06-08T08:32:33Z</dcterms:created>
  <dcterms:modified xsi:type="dcterms:W3CDTF">2026-07-03T16:27:05Z</dcterms:modified>
</cp:coreProperties>
</file>