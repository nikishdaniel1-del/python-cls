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66" r:id="rId14"/>
    <p:sldId id="267" r:id="rId15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19-06-2026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19-06-2026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979</TotalTime>
  <Words>1288</Words>
  <Application>Microsoft Office PowerPoint</Application>
  <PresentationFormat>Widescreen</PresentationFormat>
  <Paragraphs>177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Dictionary</vt:lpstr>
      <vt:lpstr>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19</cp:revision>
  <dcterms:created xsi:type="dcterms:W3CDTF">2026-06-08T08:32:33Z</dcterms:created>
  <dcterms:modified xsi:type="dcterms:W3CDTF">2026-06-19T11:26:49Z</dcterms:modified>
</cp:coreProperties>
</file>