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1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94" r:id="rId21"/>
    <p:sldId id="277" r:id="rId22"/>
    <p:sldId id="289" r:id="rId23"/>
    <p:sldId id="278" r:id="rId24"/>
    <p:sldId id="281" r:id="rId25"/>
    <p:sldId id="273" r:id="rId26"/>
    <p:sldId id="282" r:id="rId27"/>
    <p:sldId id="292" r:id="rId28"/>
    <p:sldId id="291" r:id="rId29"/>
    <p:sldId id="286" r:id="rId30"/>
    <p:sldId id="283" r:id="rId31"/>
    <p:sldId id="288" r:id="rId32"/>
    <p:sldId id="275" r:id="rId33"/>
    <p:sldId id="280" r:id="rId34"/>
    <p:sldId id="290" r:id="rId35"/>
    <p:sldId id="293" r:id="rId36"/>
    <p:sldId id="287" r:id="rId37"/>
    <p:sldId id="279" r:id="rId38"/>
    <p:sldId id="284" r:id="rId39"/>
    <p:sldId id="285" r:id="rId40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63" d="100"/>
          <a:sy n="63" d="100"/>
        </p:scale>
        <p:origin x="80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24-08-2026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start,default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range,default is 1.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start,end,step</a:t>
            </a:r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</a:t>
            </a:r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sort(key,reverse)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center(width,string) , count(string) , endswith(string) , find(string) , format(parameters) , index(string) , replace(string,new,count) , strip(string) , upper() , lower() , startswith(string)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aaabbcccc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swiss , w)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Right&amp;Left Triangle , Inverted Right&amp;Left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dict()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wrt frequency.</a:t>
            </a:r>
          </a:p>
          <a:p>
            <a:r>
              <a:rPr lang="en-IN" dirty="0"/>
              <a:t> Group Anagrams : stream = ["eat","tea","tan","ate","nat","bat"] ; o/p: {'a1e1t1': ['eat', 'tea', 'ate'], 'a1n1t1': ['tan', 'nat'],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20:["John","Tom"], 21:["Mary","Alice"]}.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cat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union(iterable) , update(iterable) , difference(iterable) , intersection(iterable)  , intersection_update(iterable) , difference_update(iterable)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function_name():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function_name()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4ACF4-81E6-4D83-8804-9989A2875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Comprehensions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3955C-7F4D-8DFC-FB20-0F3CE581F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Comprehensions - efficient way to create new </a:t>
            </a:r>
            <a:r>
              <a:rPr lang="en-IN"/>
              <a:t>data structure.</a:t>
            </a:r>
            <a:endParaRPr lang="en-IN" dirty="0"/>
          </a:p>
          <a:p>
            <a:r>
              <a:rPr lang="en-IN" dirty="0"/>
              <a:t> mainly used in list , set , dictionary &amp; generators.</a:t>
            </a:r>
          </a:p>
          <a:p>
            <a:r>
              <a:rPr lang="en-IN" dirty="0"/>
              <a:t> </a:t>
            </a:r>
            <a:r>
              <a:rPr lang="en-IN" b="1" dirty="0"/>
              <a:t>Example : </a:t>
            </a:r>
          </a:p>
          <a:p>
            <a:pPr lvl="1"/>
            <a:r>
              <a:rPr lang="en-IN" b="1" dirty="0"/>
              <a:t> list : </a:t>
            </a:r>
            <a:r>
              <a:rPr lang="en-GB" dirty="0"/>
              <a:t>[expression for item in iterable]</a:t>
            </a:r>
          </a:p>
          <a:p>
            <a:pPr lvl="1"/>
            <a:r>
              <a:rPr lang="en-GB" dirty="0"/>
              <a:t> </a:t>
            </a:r>
            <a:r>
              <a:rPr lang="en-GB" b="1" dirty="0"/>
              <a:t>set : </a:t>
            </a:r>
            <a:r>
              <a:rPr lang="en-GB" dirty="0"/>
              <a:t>{expression for item in iterable}</a:t>
            </a:r>
          </a:p>
          <a:p>
            <a:pPr lvl="1"/>
            <a:r>
              <a:rPr lang="en-GB" dirty="0"/>
              <a:t> </a:t>
            </a:r>
            <a:r>
              <a:rPr lang="en-GB" b="1" dirty="0"/>
              <a:t>dictionary : </a:t>
            </a:r>
            <a:r>
              <a:rPr lang="en-GB" dirty="0"/>
              <a:t>{key:value for item in iterable}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Conditions : </a:t>
            </a:r>
            <a:endParaRPr lang="en-IN" dirty="0"/>
          </a:p>
          <a:p>
            <a:pPr lvl="1"/>
            <a:r>
              <a:rPr lang="en-IN" dirty="0"/>
              <a:t> Single Condition (Only-IF) : </a:t>
            </a:r>
            <a:r>
              <a:rPr lang="en-GB" dirty="0"/>
              <a:t>expression for item in iterable if condition.</a:t>
            </a:r>
          </a:p>
          <a:p>
            <a:pPr lvl="1"/>
            <a:r>
              <a:rPr lang="en-GB" dirty="0"/>
              <a:t> Two Conditions (IF-ELSE) : expression1 if condition else expression2 for item in iterable.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116E01-451E-9C60-11F3-57A524028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BE23D3-BEEB-06EB-F36A-AAEADD631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86282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(os , datetime , math , random).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developers.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module_name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from module_name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</a:t>
            </a:r>
            <a:r>
              <a:rPr lang="en-IN" b="1" dirty="0"/>
              <a:t>Why Virtual Environment?</a:t>
            </a:r>
          </a:p>
          <a:p>
            <a:pPr lvl="1"/>
            <a:r>
              <a:rPr lang="en-IN" dirty="0"/>
              <a:t> numpy 0.0.1 already exists in global environment.</a:t>
            </a:r>
          </a:p>
          <a:p>
            <a:pPr lvl="1"/>
            <a:r>
              <a:rPr lang="en-IN" dirty="0"/>
              <a:t> project 1 : requires numpy 0.0.1.</a:t>
            </a:r>
          </a:p>
          <a:p>
            <a:pPr lvl="1"/>
            <a:r>
              <a:rPr lang="en-IN" dirty="0"/>
              <a:t> project 2 : requires numpy 0.1.1.</a:t>
            </a:r>
          </a:p>
          <a:p>
            <a:pPr lvl="1"/>
            <a:r>
              <a:rPr lang="en-IN" dirty="0"/>
              <a:t> changes version of this package will affect any one of the projects.</a:t>
            </a:r>
          </a:p>
          <a:p>
            <a:pPr lvl="1"/>
            <a:r>
              <a:rPr lang="en-IN" dirty="0"/>
              <a:t> to overcome those create project 2 in virtual environment.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venv VEname</a:t>
            </a:r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cmd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defaultdict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ChainMap : </a:t>
            </a:r>
            <a:r>
              <a:rPr lang="en-IN" dirty="0"/>
              <a:t>for updation it creates a new index not modifies.</a:t>
            </a:r>
          </a:p>
          <a:p>
            <a:r>
              <a:rPr lang="en-IN" b="1" dirty="0"/>
              <a:t> OrderedDict : </a:t>
            </a:r>
            <a:r>
              <a:rPr lang="en-IN" dirty="0"/>
              <a:t>order of the updation not change.</a:t>
            </a:r>
          </a:p>
          <a:p>
            <a:r>
              <a:rPr lang="en-IN" dirty="0"/>
              <a:t> </a:t>
            </a:r>
            <a:r>
              <a:rPr lang="en-IN" b="1" dirty="0"/>
              <a:t>Dequeue : </a:t>
            </a:r>
            <a:r>
              <a:rPr lang="en-IN" dirty="0"/>
              <a:t>Implements Queue.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os</a:t>
            </a:r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/>
              <a:t>makedir , listdir , system , path , startfile , getuser , rename , remove , rmdir</a:t>
            </a:r>
          </a:p>
          <a:p>
            <a:r>
              <a:rPr lang="en-IN" b="1" dirty="0"/>
              <a:t> </a:t>
            </a:r>
            <a:r>
              <a:rPr lang="en-IN" dirty="0"/>
              <a:t>also used to execute the cmd commands.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F5D56-38D2-FC34-E6C3-431B49D3B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C7B8F-EBE5-9DE4-0F7D-695792180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math</a:t>
            </a:r>
          </a:p>
          <a:p>
            <a:r>
              <a:rPr lang="en-IN" dirty="0"/>
              <a:t> used for mathematical operations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  <a:r>
              <a:rPr lang="en-IN" dirty="0"/>
              <a:t>sqrt() , gcd() , lcm() , factorial() , floor() , ceil() , log() , pow() , prod() 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0098E-A127-E081-A037-48F29067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AD206D-52F3-9A34-127F-2CD8392E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4601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099D4-75DE-2228-3253-ECEEA4A44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9FB1B-936E-83C0-D314-A9D32BEFD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faker</a:t>
            </a:r>
          </a:p>
          <a:p>
            <a:r>
              <a:rPr lang="en-IN" dirty="0"/>
              <a:t> </a:t>
            </a:r>
            <a:r>
              <a:rPr lang="en-IN" b="1" dirty="0"/>
              <a:t>Usage : </a:t>
            </a:r>
            <a:r>
              <a:rPr lang="en-IN" dirty="0"/>
              <a:t>generates fake data</a:t>
            </a:r>
          </a:p>
          <a:p>
            <a:r>
              <a:rPr lang="en-IN" dirty="0"/>
              <a:t> </a:t>
            </a:r>
            <a:r>
              <a:rPr lang="en-IN" b="1" dirty="0"/>
              <a:t>cmd : pip install faker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7FD7A8-A650-29AB-1F96-AA998C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8E87B5-D318-9AA5-634B-EFDFEA106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36501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openpyxl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r>
              <a:rPr lang="en-IN" dirty="0"/>
              <a:t>read , write , excel automation</a:t>
            </a:r>
          </a:p>
          <a:p>
            <a:r>
              <a:rPr lang="en-IN" dirty="0"/>
              <a:t> </a:t>
            </a:r>
            <a:r>
              <a:rPr lang="en-IN" b="1" dirty="0"/>
              <a:t>Sample Flow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WorkBook , Add WorkSheets , Rename Sheets , Create Tables.</a:t>
            </a:r>
          </a:p>
          <a:p>
            <a:pPr lvl="1"/>
            <a:r>
              <a:rPr lang="en-IN" dirty="0"/>
              <a:t> When the WorkBook exists , load WorkBook.</a:t>
            </a:r>
          </a:p>
          <a:p>
            <a:pPr lvl="1"/>
            <a:r>
              <a:rPr lang="en-IN" dirty="0"/>
              <a:t> Within WorkSheets add the data and read data.</a:t>
            </a:r>
          </a:p>
          <a:p>
            <a:pPr lvl="1"/>
            <a:r>
              <a:rPr lang="en-IN" dirty="0"/>
              <a:t> Save the WorkBook.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get current date &amp; time.</a:t>
            </a:r>
            <a:endParaRPr lang="en-GB" b="1" dirty="0"/>
          </a:p>
          <a:p>
            <a:pPr lvl="1"/>
            <a:r>
              <a:rPr lang="en-GB" dirty="0"/>
              <a:t> datetime parser in different ways.</a:t>
            </a:r>
          </a:p>
          <a:p>
            <a:pPr lvl="1"/>
            <a:r>
              <a:rPr lang="en-GB" dirty="0"/>
              <a:t> compare 2 dates.</a:t>
            </a:r>
          </a:p>
          <a:p>
            <a:pPr lvl="1"/>
            <a:r>
              <a:rPr lang="en-GB" dirty="0"/>
              <a:t> date &amp; time calculations.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smtplib , mimetype , email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send simple mail &amp; mail with attachments</a:t>
            </a:r>
          </a:p>
          <a:p>
            <a:r>
              <a:rPr lang="en-GB" dirty="0"/>
              <a:t> </a:t>
            </a:r>
            <a:r>
              <a:rPr lang="en-GB" b="1" dirty="0"/>
              <a:t>Steps : </a:t>
            </a:r>
            <a:endParaRPr lang="en-GB" dirty="0"/>
          </a:p>
          <a:p>
            <a:pPr lvl="1"/>
            <a:r>
              <a:rPr lang="en-GB" dirty="0"/>
              <a:t> create the app password.</a:t>
            </a:r>
          </a:p>
          <a:p>
            <a:pPr lvl="1"/>
            <a:r>
              <a:rPr lang="en-GB" dirty="0"/>
              <a:t> two-step verification.</a:t>
            </a:r>
          </a:p>
          <a:p>
            <a:pPr lvl="1"/>
            <a:r>
              <a:rPr lang="en-GB" dirty="0"/>
              <a:t> securely store and read the password.</a:t>
            </a:r>
          </a:p>
          <a:p>
            <a:pPr lvl="1"/>
            <a:r>
              <a:rPr lang="en-GB" dirty="0"/>
              <a:t> make smtp encrypted connection.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mysql-connector-python</a:t>
            </a:r>
          </a:p>
          <a:p>
            <a:r>
              <a:rPr lang="en-GB" b="1" dirty="0"/>
              <a:t> Connections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Normal Connection.</a:t>
            </a:r>
          </a:p>
          <a:p>
            <a:pPr lvl="1"/>
            <a:r>
              <a:rPr lang="en-GB" dirty="0"/>
              <a:t> Connection Pooling.</a:t>
            </a:r>
          </a:p>
          <a:p>
            <a:r>
              <a:rPr lang="en-IN" dirty="0"/>
              <a:t> </a:t>
            </a:r>
            <a:r>
              <a:rPr lang="en-GB" b="1" dirty="0"/>
              <a:t>CURD</a:t>
            </a:r>
            <a:r>
              <a:rPr lang="en-GB" dirty="0"/>
              <a:t> Operations.</a:t>
            </a:r>
          </a:p>
          <a:p>
            <a:r>
              <a:rPr lang="en-IN" dirty="0"/>
              <a:t> Safe Connection handling.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folder.</a:t>
            </a:r>
          </a:p>
          <a:p>
            <a:pPr lvl="1"/>
            <a:r>
              <a:rPr lang="en-IN" dirty="0"/>
              <a:t> inside that folder add src folder , gitignore , readme , license , venv , pyproject.toml.</a:t>
            </a:r>
          </a:p>
          <a:p>
            <a:pPr lvl="1"/>
            <a:r>
              <a:rPr lang="en-IN" dirty="0"/>
              <a:t> pypi account login.</a:t>
            </a:r>
          </a:p>
          <a:p>
            <a:pPr lvl="1"/>
            <a:r>
              <a:rPr lang="en-IN" dirty="0"/>
              <a:t> publish the branch in GitHub.</a:t>
            </a:r>
          </a:p>
          <a:p>
            <a:pPr lvl="1"/>
            <a:r>
              <a:rPr lang="en-IN" dirty="0"/>
              <a:t> on cmd push the folder.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6A9CF-2C01-C94A-DFD6-EFFFA813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Folder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9D2C2-24AC-AFC4-E450-8CABA8F02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</a:t>
            </a:r>
            <a:r>
              <a:rPr lang="en-IN" b="1" dirty="0"/>
              <a:t>Example : </a:t>
            </a:r>
            <a:r>
              <a:rPr lang="en-IN" dirty="0"/>
              <a:t>creating a package named customs</a:t>
            </a:r>
          </a:p>
          <a:p>
            <a:r>
              <a:rPr lang="en-IN" dirty="0"/>
              <a:t> </a:t>
            </a:r>
            <a:r>
              <a:rPr lang="en-IN" b="1" dirty="0"/>
              <a:t>Structure :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- src</a:t>
            </a:r>
          </a:p>
          <a:p>
            <a:pPr marL="0" indent="0">
              <a:buNone/>
            </a:pPr>
            <a:r>
              <a:rPr lang="en-IN" dirty="0"/>
              <a:t>		- customs</a:t>
            </a:r>
          </a:p>
          <a:p>
            <a:pPr marL="0" indent="0">
              <a:buNone/>
            </a:pPr>
            <a:r>
              <a:rPr lang="en-IN" dirty="0"/>
              <a:t>			- venv</a:t>
            </a:r>
          </a:p>
          <a:p>
            <a:pPr marL="0" indent="0">
              <a:buNone/>
            </a:pPr>
            <a:r>
              <a:rPr lang="en-IN" dirty="0"/>
              <a:t>			- __init__.py</a:t>
            </a:r>
          </a:p>
          <a:p>
            <a:pPr marL="0" indent="0">
              <a:buNone/>
            </a:pPr>
            <a:r>
              <a:rPr lang="en-IN" dirty="0"/>
              <a:t>			- main.py</a:t>
            </a:r>
          </a:p>
          <a:p>
            <a:pPr marL="0" indent="0">
              <a:buNone/>
            </a:pPr>
            <a:r>
              <a:rPr lang="en-IN" dirty="0"/>
              <a:t>	- license</a:t>
            </a:r>
          </a:p>
          <a:p>
            <a:pPr marL="0" indent="0">
              <a:buNone/>
            </a:pPr>
            <a:r>
              <a:rPr lang="en-IN" dirty="0"/>
              <a:t>	- readme</a:t>
            </a:r>
          </a:p>
          <a:p>
            <a:pPr marL="0" indent="0">
              <a:buNone/>
            </a:pPr>
            <a:r>
              <a:rPr lang="en-IN" dirty="0"/>
              <a:t>	- pyproject.toml</a:t>
            </a:r>
          </a:p>
          <a:p>
            <a:pPr marL="0" indent="0">
              <a:buNone/>
            </a:pPr>
            <a:r>
              <a:rPr lang="en-IN" dirty="0"/>
              <a:t>	- .gitignore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7D499-21CA-1608-F638-E9171FD7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49377-ACB1-2199-795C-1989FA4F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3211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40D6B-3A8E-67A6-6A68-010B58DAC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3D08-34E8-FF65-D42D-B7D8201AF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Valid Parentheses.</a:t>
            </a:r>
          </a:p>
          <a:p>
            <a:r>
              <a:rPr lang="en-IN" dirty="0"/>
              <a:t> </a:t>
            </a:r>
            <a:r>
              <a:rPr lang="en-GB" dirty="0"/>
              <a:t>Reverse Vowels of a String.</a:t>
            </a:r>
          </a:p>
          <a:p>
            <a:r>
              <a:rPr lang="en-IN" dirty="0"/>
              <a:t> Keyboard Row.</a:t>
            </a:r>
          </a:p>
          <a:p>
            <a:r>
              <a:rPr lang="en-IN" dirty="0"/>
              <a:t> Form words in diagonal flow.</a:t>
            </a:r>
          </a:p>
          <a:p>
            <a:r>
              <a:rPr lang="en-IN" dirty="0"/>
              <a:t> Equal Score Substrings.</a:t>
            </a:r>
          </a:p>
          <a:p>
            <a:r>
              <a:rPr lang="en-IN" dirty="0"/>
              <a:t> Zigzag Conversion.</a:t>
            </a:r>
          </a:p>
          <a:p>
            <a:endParaRPr lang="en-IN" dirty="0"/>
          </a:p>
          <a:p>
            <a:endParaRPr lang="en-IN" dirty="0"/>
          </a:p>
          <a:p>
            <a:pPr marL="0" indent="0" algn="ctr">
              <a:buNone/>
            </a:pPr>
            <a:r>
              <a:rPr lang="en-IN" b="1" dirty="0"/>
              <a:t>PYTHON BASIC CONCEPTS COMPLETED.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75C686-45D5-51B5-CE9B-92CFD65EA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967A4D-DE2A-311F-9BB5-EC319655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1099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Packages : </a:t>
            </a:r>
          </a:p>
          <a:p>
            <a:pPr lvl="1"/>
            <a:r>
              <a:rPr lang="en-IN" dirty="0"/>
              <a:t> fpdf2 (Creating PDF’s).</a:t>
            </a:r>
          </a:p>
          <a:p>
            <a:pPr lvl="1"/>
            <a:r>
              <a:rPr lang="en-IN" dirty="0"/>
              <a:t> borb (Advanced module for Creating &amp; Reading PDF’s).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</a:p>
          <a:p>
            <a:pPr lvl="1"/>
            <a:r>
              <a:rPr lang="en-IN" dirty="0"/>
              <a:t> Creating PDF ,  Adding Pages , Font Styles , Table Creation , Image Import , etc.,.</a:t>
            </a:r>
          </a:p>
          <a:p>
            <a:pPr lvl="1"/>
            <a:r>
              <a:rPr lang="en-IN" dirty="0"/>
              <a:t> PDF’s with Input Features.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nicegui</a:t>
            </a:r>
          </a:p>
          <a:p>
            <a:r>
              <a:rPr lang="en-IN" dirty="0"/>
              <a:t> </a:t>
            </a:r>
            <a:r>
              <a:rPr lang="en-IN" b="1" dirty="0"/>
              <a:t>cmd : pip install  nicegui</a:t>
            </a:r>
          </a:p>
          <a:p>
            <a:r>
              <a:rPr lang="en-IN" b="1" dirty="0"/>
              <a:t> </a:t>
            </a:r>
            <a:r>
              <a:rPr lang="en-GB" b="1" dirty="0"/>
              <a:t>Concepts :</a:t>
            </a:r>
          </a:p>
          <a:p>
            <a:pPr lvl="1"/>
            <a:r>
              <a:rPr lang="en-IN" dirty="0"/>
              <a:t> Start connection</a:t>
            </a:r>
          </a:p>
          <a:p>
            <a:pPr lvl="1"/>
            <a:r>
              <a:rPr lang="en-IN" dirty="0"/>
              <a:t> UI components</a:t>
            </a:r>
          </a:p>
          <a:p>
            <a:pPr lvl="1"/>
            <a:r>
              <a:rPr lang="en-IN" dirty="0"/>
              <a:t> </a:t>
            </a:r>
            <a:r>
              <a:rPr lang="en-GB" dirty="0"/>
              <a:t>Custom widget creation</a:t>
            </a:r>
            <a:endParaRPr lang="en-IN" dirty="0"/>
          </a:p>
          <a:p>
            <a:pPr lvl="1"/>
            <a:r>
              <a:rPr lang="en-IN" dirty="0"/>
              <a:t> UI on-command operations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back-end connections &amp; operations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Desktop-App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 : </a:t>
            </a:r>
            <a:r>
              <a:rPr lang="en-GB" dirty="0"/>
              <a:t>customtkinter &amp; tkinter</a:t>
            </a:r>
          </a:p>
          <a:p>
            <a:r>
              <a:rPr lang="en-GB" dirty="0"/>
              <a:t> </a:t>
            </a:r>
            <a:r>
              <a:rPr lang="en-GB" b="1" dirty="0"/>
              <a:t>cmd : pip install customtkinter</a:t>
            </a:r>
          </a:p>
          <a:p>
            <a:r>
              <a:rPr lang="en-GB" b="1" dirty="0"/>
              <a:t> </a:t>
            </a:r>
            <a:r>
              <a:rPr lang="en-GB" dirty="0"/>
              <a:t>customtkinter is the modern UI version of tkinter</a:t>
            </a:r>
          </a:p>
          <a:p>
            <a:r>
              <a:rPr lang="en-GB" dirty="0"/>
              <a:t> </a:t>
            </a:r>
            <a:r>
              <a:rPr lang="en-GB" b="1" dirty="0"/>
              <a:t>Concepts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runs the app</a:t>
            </a:r>
          </a:p>
          <a:p>
            <a:pPr lvl="1"/>
            <a:r>
              <a:rPr lang="en-GB" dirty="0"/>
              <a:t> UI widgets</a:t>
            </a:r>
          </a:p>
          <a:p>
            <a:pPr lvl="1"/>
            <a:r>
              <a:rPr lang="en-GB" dirty="0"/>
              <a:t> Custom widget creation</a:t>
            </a:r>
          </a:p>
          <a:p>
            <a:pPr lvl="1"/>
            <a:r>
              <a:rPr lang="en-GB" dirty="0"/>
              <a:t> UI widgets on-command operations</a:t>
            </a:r>
          </a:p>
          <a:p>
            <a:pPr lvl="1"/>
            <a:r>
              <a:rPr lang="en-GB" dirty="0"/>
              <a:t> back-end connections &amp; operations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Mobile-App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kivy &amp; kivymd</a:t>
            </a:r>
          </a:p>
          <a:p>
            <a:r>
              <a:rPr lang="en-GB" b="1" dirty="0"/>
              <a:t> cmd : pip install kivy kivymd</a:t>
            </a:r>
          </a:p>
          <a:p>
            <a:r>
              <a:rPr lang="en-GB" b="1" dirty="0"/>
              <a:t> </a:t>
            </a:r>
            <a:r>
              <a:rPr lang="en-GB" dirty="0"/>
              <a:t>kivymd is the modern UI version of kivy.</a:t>
            </a:r>
          </a:p>
          <a:p>
            <a:r>
              <a:rPr lang="en-GB" b="1" dirty="0"/>
              <a:t> Concepts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runs the app</a:t>
            </a:r>
          </a:p>
          <a:p>
            <a:pPr lvl="1"/>
            <a:r>
              <a:rPr lang="en-GB" dirty="0"/>
              <a:t> UI widgets</a:t>
            </a:r>
          </a:p>
          <a:p>
            <a:pPr lvl="1"/>
            <a:r>
              <a:rPr lang="en-GB" dirty="0"/>
              <a:t> Custom widget creation</a:t>
            </a:r>
          </a:p>
          <a:p>
            <a:pPr lvl="1"/>
            <a:r>
              <a:rPr lang="en-GB" dirty="0"/>
              <a:t> UI widgets on-command operations</a:t>
            </a:r>
          </a:p>
          <a:p>
            <a:pPr lvl="1"/>
            <a:r>
              <a:rPr lang="en-GB" dirty="0"/>
              <a:t> back-end connections &amp; operations</a:t>
            </a:r>
            <a:endParaRPr lang="en-IN" dirty="0"/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5328</TotalTime>
  <Words>2811</Words>
  <Application>Microsoft Office PowerPoint</Application>
  <PresentationFormat>Widescreen</PresentationFormat>
  <Paragraphs>426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Comprehensions</vt:lpstr>
      <vt:lpstr>Exception Handling</vt:lpstr>
      <vt:lpstr>Problems</vt:lpstr>
      <vt:lpstr>Modules &amp; Packages</vt:lpstr>
      <vt:lpstr>Virtual Environment</vt:lpstr>
      <vt:lpstr>Collections</vt:lpstr>
      <vt:lpstr>OS</vt:lpstr>
      <vt:lpstr>Math</vt:lpstr>
      <vt:lpstr>Data Generator</vt:lpstr>
      <vt:lpstr>Excel</vt:lpstr>
      <vt:lpstr>Datetime</vt:lpstr>
      <vt:lpstr>Email</vt:lpstr>
      <vt:lpstr>MYSQL Connection</vt:lpstr>
      <vt:lpstr>Custom Packages</vt:lpstr>
      <vt:lpstr>Folder Structure</vt:lpstr>
      <vt:lpstr>Problems</vt:lpstr>
      <vt:lpstr>PDF</vt:lpstr>
      <vt:lpstr>Web Development</vt:lpstr>
      <vt:lpstr>Desktop-App Development</vt:lpstr>
      <vt:lpstr>Mobile-App Development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82</cp:revision>
  <dcterms:created xsi:type="dcterms:W3CDTF">2026-06-08T08:32:33Z</dcterms:created>
  <dcterms:modified xsi:type="dcterms:W3CDTF">2026-08-24T11:38:28Z</dcterms:modified>
</cp:coreProperties>
</file>